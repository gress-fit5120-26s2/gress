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7EDB9B-6448-437A-AA72-01489DC7FD8D}" v="3" dt="2026-09-06T12:30:39.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56" autoAdjust="0"/>
  </p:normalViewPr>
  <p:slideViewPr>
    <p:cSldViewPr snapToGrid="0">
      <p:cViewPr varScale="1">
        <p:scale>
          <a:sx n="90" d="100"/>
          <a:sy n="90" d="100"/>
        </p:scale>
        <p:origin x="684" y="78"/>
      </p:cViewPr>
      <p:guideLst/>
    </p:cSldViewPr>
  </p:slideViewPr>
  <p:notesTextViewPr>
    <p:cViewPr>
      <p:scale>
        <a:sx n="1" d="1"/>
        <a:sy n="1" d="1"/>
      </p:scale>
      <p:origin x="0" y="-396"/>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yirm Nar" userId="a2e090c04f04c274" providerId="LiveId" clId="{6AD9112E-E121-4E28-9B01-663C5B0368B1}"/>
    <pc:docChg chg="custSel modSld">
      <pc:chgData name="Iyirm Nar" userId="a2e090c04f04c274" providerId="LiveId" clId="{6AD9112E-E121-4E28-9B01-663C5B0368B1}" dt="2026-09-06T12:31:13.603" v="199" actId="20577"/>
      <pc:docMkLst>
        <pc:docMk/>
      </pc:docMkLst>
      <pc:sldChg chg="delSp modSp mod">
        <pc:chgData name="Iyirm Nar" userId="a2e090c04f04c274" providerId="LiveId" clId="{6AD9112E-E121-4E28-9B01-663C5B0368B1}" dt="2026-09-06T12:30:39.794" v="185" actId="27636"/>
        <pc:sldMkLst>
          <pc:docMk/>
          <pc:sldMk cId="860239606" sldId="256"/>
        </pc:sldMkLst>
        <pc:spChg chg="mod">
          <ac:chgData name="Iyirm Nar" userId="a2e090c04f04c274" providerId="LiveId" clId="{6AD9112E-E121-4E28-9B01-663C5B0368B1}" dt="2026-09-06T12:23:36.762" v="93" actId="27636"/>
          <ac:spMkLst>
            <pc:docMk/>
            <pc:sldMk cId="860239606" sldId="256"/>
            <ac:spMk id="5" creationId="{B610210F-4EE4-46F4-8482-679D8981C5B8}"/>
          </ac:spMkLst>
        </pc:spChg>
        <pc:spChg chg="mod">
          <ac:chgData name="Iyirm Nar" userId="a2e090c04f04c274" providerId="LiveId" clId="{6AD9112E-E121-4E28-9B01-663C5B0368B1}" dt="2026-09-06T12:30:39.794" v="185" actId="27636"/>
          <ac:spMkLst>
            <pc:docMk/>
            <pc:sldMk cId="860239606" sldId="256"/>
            <ac:spMk id="9" creationId="{79543B84-E748-4D8A-B38E-36F552D3EF79}"/>
          </ac:spMkLst>
        </pc:spChg>
        <pc:picChg chg="del">
          <ac:chgData name="Iyirm Nar" userId="a2e090c04f04c274" providerId="LiveId" clId="{6AD9112E-E121-4E28-9B01-663C5B0368B1}" dt="2026-09-06T12:22:10.599" v="0" actId="478"/>
          <ac:picMkLst>
            <pc:docMk/>
            <pc:sldMk cId="860239606" sldId="256"/>
            <ac:picMk id="12" creationId="{00000000-0000-0000-0000-000000000000}"/>
          </ac:picMkLst>
        </pc:picChg>
      </pc:sldChg>
      <pc:sldChg chg="delSp modSp mod">
        <pc:chgData name="Iyirm Nar" userId="a2e090c04f04c274" providerId="LiveId" clId="{6AD9112E-E121-4E28-9B01-663C5B0368B1}" dt="2026-09-06T12:23:40.680" v="95" actId="478"/>
        <pc:sldMkLst>
          <pc:docMk/>
          <pc:sldMk cId="1007200894" sldId="257"/>
        </pc:sldMkLst>
        <pc:spChg chg="mod">
          <ac:chgData name="Iyirm Nar" userId="a2e090c04f04c274" providerId="LiveId" clId="{6AD9112E-E121-4E28-9B01-663C5B0368B1}" dt="2026-09-06T12:23:36.628" v="26" actId="27636"/>
          <ac:spMkLst>
            <pc:docMk/>
            <pc:sldMk cId="1007200894" sldId="257"/>
            <ac:spMk id="4" creationId="{990335B0-C3CD-45DE-84A8-404FF655B267}"/>
          </ac:spMkLst>
        </pc:spChg>
        <pc:spChg chg="mod">
          <ac:chgData name="Iyirm Nar" userId="a2e090c04f04c274" providerId="LiveId" clId="{6AD9112E-E121-4E28-9B01-663C5B0368B1}" dt="2026-09-06T12:23:36.639" v="29" actId="27636"/>
          <ac:spMkLst>
            <pc:docMk/>
            <pc:sldMk cId="1007200894" sldId="257"/>
            <ac:spMk id="10" creationId="{AC34B90D-2BB3-4A26-A49E-57748873E7BE}"/>
          </ac:spMkLst>
        </pc:spChg>
        <pc:spChg chg="mod">
          <ac:chgData name="Iyirm Nar" userId="a2e090c04f04c274" providerId="LiveId" clId="{6AD9112E-E121-4E28-9B01-663C5B0368B1}" dt="2026-09-06T12:23:36.631" v="27" actId="27636"/>
          <ac:spMkLst>
            <pc:docMk/>
            <pc:sldMk cId="1007200894" sldId="257"/>
            <ac:spMk id="12" creationId="{33224B34-323F-4B67-BA73-17013241C2B9}"/>
          </ac:spMkLst>
        </pc:spChg>
        <pc:spChg chg="mod">
          <ac:chgData name="Iyirm Nar" userId="a2e090c04f04c274" providerId="LiveId" clId="{6AD9112E-E121-4E28-9B01-663C5B0368B1}" dt="2026-09-06T12:23:36.625" v="25" actId="27636"/>
          <ac:spMkLst>
            <pc:docMk/>
            <pc:sldMk cId="1007200894" sldId="257"/>
            <ac:spMk id="13" creationId="{452C4A14-B2A0-4420-A3B1-984BAB12EBFF}"/>
          </ac:spMkLst>
        </pc:spChg>
        <pc:spChg chg="mod">
          <ac:chgData name="Iyirm Nar" userId="a2e090c04f04c274" providerId="LiveId" clId="{6AD9112E-E121-4E28-9B01-663C5B0368B1}" dt="2026-09-06T12:23:21.774" v="11" actId="1076"/>
          <ac:spMkLst>
            <pc:docMk/>
            <pc:sldMk cId="1007200894" sldId="257"/>
            <ac:spMk id="14" creationId="{7EECB3A0-CD66-425C-BF9E-1717392B6BDC}"/>
          </ac:spMkLst>
        </pc:spChg>
        <pc:spChg chg="mod">
          <ac:chgData name="Iyirm Nar" userId="a2e090c04f04c274" providerId="LiveId" clId="{6AD9112E-E121-4E28-9B01-663C5B0368B1}" dt="2026-09-06T12:23:38.952" v="94" actId="1076"/>
          <ac:spMkLst>
            <pc:docMk/>
            <pc:sldMk cId="1007200894" sldId="257"/>
            <ac:spMk id="15" creationId="{A78DB40F-9F94-449A-A2ED-CCE2B3665831}"/>
          </ac:spMkLst>
        </pc:spChg>
        <pc:spChg chg="del mod">
          <ac:chgData name="Iyirm Nar" userId="a2e090c04f04c274" providerId="LiveId" clId="{6AD9112E-E121-4E28-9B01-663C5B0368B1}" dt="2026-09-06T12:23:40.680" v="95" actId="478"/>
          <ac:spMkLst>
            <pc:docMk/>
            <pc:sldMk cId="1007200894" sldId="257"/>
            <ac:spMk id="16" creationId="{37094B85-E769-4FE0-AF30-69A3D8A1F4C3}"/>
          </ac:spMkLst>
        </pc:spChg>
      </pc:sldChg>
      <pc:sldChg chg="delSp modSp mod">
        <pc:chgData name="Iyirm Nar" userId="a2e090c04f04c274" providerId="LiveId" clId="{6AD9112E-E121-4E28-9B01-663C5B0368B1}" dt="2026-09-06T12:31:13.603" v="199" actId="20577"/>
        <pc:sldMkLst>
          <pc:docMk/>
          <pc:sldMk cId="1186264979" sldId="258"/>
        </pc:sldMkLst>
        <pc:spChg chg="mod">
          <ac:chgData name="Iyirm Nar" userId="a2e090c04f04c274" providerId="LiveId" clId="{6AD9112E-E121-4E28-9B01-663C5B0368B1}" dt="2026-09-06T12:22:55.505" v="7" actId="1076"/>
          <ac:spMkLst>
            <pc:docMk/>
            <pc:sldMk cId="1186264979" sldId="258"/>
            <ac:spMk id="10" creationId="{05F131D9-1210-4D64-BD8F-8552CF4B799B}"/>
          </ac:spMkLst>
        </pc:spChg>
        <pc:spChg chg="mod">
          <ac:chgData name="Iyirm Nar" userId="a2e090c04f04c274" providerId="LiveId" clId="{6AD9112E-E121-4E28-9B01-663C5B0368B1}" dt="2026-09-06T12:30:53.850" v="190" actId="1076"/>
          <ac:spMkLst>
            <pc:docMk/>
            <pc:sldMk cId="1186264979" sldId="258"/>
            <ac:spMk id="12" creationId="{6CF93E9F-0409-4162-B340-AE1DE28A4472}"/>
          </ac:spMkLst>
        </pc:spChg>
        <pc:spChg chg="mod">
          <ac:chgData name="Iyirm Nar" userId="a2e090c04f04c274" providerId="LiveId" clId="{6AD9112E-E121-4E28-9B01-663C5B0368B1}" dt="2026-09-06T12:31:13.603" v="199" actId="20577"/>
          <ac:spMkLst>
            <pc:docMk/>
            <pc:sldMk cId="1186264979" sldId="258"/>
            <ac:spMk id="13" creationId="{4B561C97-03C7-4C30-AD11-DC9C0D54FF83}"/>
          </ac:spMkLst>
        </pc:spChg>
        <pc:spChg chg="del mod">
          <ac:chgData name="Iyirm Nar" userId="a2e090c04f04c274" providerId="LiveId" clId="{6AD9112E-E121-4E28-9B01-663C5B0368B1}" dt="2026-09-06T12:30:21.314" v="177" actId="478"/>
          <ac:spMkLst>
            <pc:docMk/>
            <pc:sldMk cId="1186264979" sldId="258"/>
            <ac:spMk id="14" creationId="{90886829-4211-4A5F-A08E-72F0389FC822}"/>
          </ac:spMkLst>
        </pc:spChg>
        <pc:graphicFrameChg chg="mod">
          <ac:chgData name="Iyirm Nar" userId="a2e090c04f04c274" providerId="LiveId" clId="{6AD9112E-E121-4E28-9B01-663C5B0368B1}" dt="2026-09-06T12:22:38.969" v="1" actId="14100"/>
          <ac:graphicFrameMkLst>
            <pc:docMk/>
            <pc:sldMk cId="1186264979" sldId="258"/>
            <ac:graphicFrameMk id="18" creationId="{00000000-0000-0000-0000-000000000000}"/>
          </ac:graphicFrameMkLst>
        </pc:graphicFrameChg>
      </pc:sldChg>
      <pc:sldChg chg="delSp modSp mod">
        <pc:chgData name="Iyirm Nar" userId="a2e090c04f04c274" providerId="LiveId" clId="{6AD9112E-E121-4E28-9B01-663C5B0368B1}" dt="2026-09-06T12:24:31.230" v="99" actId="20577"/>
        <pc:sldMkLst>
          <pc:docMk/>
          <pc:sldMk cId="1225371238" sldId="259"/>
        </pc:sldMkLst>
        <pc:spChg chg="mod">
          <ac:chgData name="Iyirm Nar" userId="a2e090c04f04c274" providerId="LiveId" clId="{6AD9112E-E121-4E28-9B01-663C5B0368B1}" dt="2026-09-06T12:24:31.230" v="99" actId="20577"/>
          <ac:spMkLst>
            <pc:docMk/>
            <pc:sldMk cId="1225371238" sldId="259"/>
            <ac:spMk id="22" creationId="{622AF030-B963-49CC-A001-8D5EB8197B19}"/>
          </ac:spMkLst>
        </pc:spChg>
        <pc:spChg chg="del mod">
          <ac:chgData name="Iyirm Nar" userId="a2e090c04f04c274" providerId="LiveId" clId="{6AD9112E-E121-4E28-9B01-663C5B0368B1}" dt="2026-09-06T12:24:14.948" v="96" actId="478"/>
          <ac:spMkLst>
            <pc:docMk/>
            <pc:sldMk cId="1225371238" sldId="259"/>
            <ac:spMk id="23" creationId="{62A08F0A-01D4-4B71-A119-9C494C51C637}"/>
          </ac:spMkLst>
        </pc:spChg>
      </pc:sldChg>
      <pc:sldChg chg="delSp modSp mod">
        <pc:chgData name="Iyirm Nar" userId="a2e090c04f04c274" providerId="LiveId" clId="{6AD9112E-E121-4E28-9B01-663C5B0368B1}" dt="2026-09-06T12:25:50.030" v="164" actId="20577"/>
        <pc:sldMkLst>
          <pc:docMk/>
          <pc:sldMk cId="1084606365" sldId="260"/>
        </pc:sldMkLst>
        <pc:spChg chg="mod">
          <ac:chgData name="Iyirm Nar" userId="a2e090c04f04c274" providerId="LiveId" clId="{6AD9112E-E121-4E28-9B01-663C5B0368B1}" dt="2026-09-06T12:24:54.979" v="112" actId="255"/>
          <ac:spMkLst>
            <pc:docMk/>
            <pc:sldMk cId="1084606365" sldId="260"/>
            <ac:spMk id="5" creationId="{57F45D8F-538F-42E8-9CB5-52C825E967C4}"/>
          </ac:spMkLst>
        </pc:spChg>
        <pc:spChg chg="mod">
          <ac:chgData name="Iyirm Nar" userId="a2e090c04f04c274" providerId="LiveId" clId="{6AD9112E-E121-4E28-9B01-663C5B0368B1}" dt="2026-09-06T12:24:54.979" v="112" actId="255"/>
          <ac:spMkLst>
            <pc:docMk/>
            <pc:sldMk cId="1084606365" sldId="260"/>
            <ac:spMk id="7" creationId="{7CFB0A89-C5C4-4A0D-AE3C-244A45B172C9}"/>
          </ac:spMkLst>
        </pc:spChg>
        <pc:spChg chg="mod">
          <ac:chgData name="Iyirm Nar" userId="a2e090c04f04c274" providerId="LiveId" clId="{6AD9112E-E121-4E28-9B01-663C5B0368B1}" dt="2026-09-06T12:24:58.992" v="113" actId="255"/>
          <ac:spMkLst>
            <pc:docMk/>
            <pc:sldMk cId="1084606365" sldId="260"/>
            <ac:spMk id="8" creationId="{3F3EBF90-F4B1-4CAD-833C-39E41CCAAC62}"/>
          </ac:spMkLst>
        </pc:spChg>
        <pc:spChg chg="mod">
          <ac:chgData name="Iyirm Nar" userId="a2e090c04f04c274" providerId="LiveId" clId="{6AD9112E-E121-4E28-9B01-663C5B0368B1}" dt="2026-09-06T12:25:50.030" v="164" actId="20577"/>
          <ac:spMkLst>
            <pc:docMk/>
            <pc:sldMk cId="1084606365" sldId="260"/>
            <ac:spMk id="9" creationId="{CC6A506B-C921-4F87-9310-220BB9CF8425}"/>
          </ac:spMkLst>
        </pc:spChg>
        <pc:spChg chg="mod">
          <ac:chgData name="Iyirm Nar" userId="a2e090c04f04c274" providerId="LiveId" clId="{6AD9112E-E121-4E28-9B01-663C5B0368B1}" dt="2026-09-06T12:25:02.337" v="114" actId="255"/>
          <ac:spMkLst>
            <pc:docMk/>
            <pc:sldMk cId="1084606365" sldId="260"/>
            <ac:spMk id="11" creationId="{1AA84C14-6C21-4C95-84A5-C3C29A9B2983}"/>
          </ac:spMkLst>
        </pc:spChg>
        <pc:spChg chg="mod">
          <ac:chgData name="Iyirm Nar" userId="a2e090c04f04c274" providerId="LiveId" clId="{6AD9112E-E121-4E28-9B01-663C5B0368B1}" dt="2026-09-06T12:24:46.504" v="111" actId="255"/>
          <ac:spMkLst>
            <pc:docMk/>
            <pc:sldMk cId="1084606365" sldId="260"/>
            <ac:spMk id="13" creationId="{005A103F-7494-4549-B948-5A584720EDCA}"/>
          </ac:spMkLst>
        </pc:spChg>
        <pc:spChg chg="del mod">
          <ac:chgData name="Iyirm Nar" userId="a2e090c04f04c274" providerId="LiveId" clId="{6AD9112E-E121-4E28-9B01-663C5B0368B1}" dt="2026-09-06T12:24:36.089" v="100" actId="478"/>
          <ac:spMkLst>
            <pc:docMk/>
            <pc:sldMk cId="1084606365" sldId="260"/>
            <ac:spMk id="16" creationId="{EC5F99E9-0030-4D11-BFCF-87BBC452CD8A}"/>
          </ac:spMkLst>
        </pc:spChg>
        <pc:spChg chg="del mod">
          <ac:chgData name="Iyirm Nar" userId="a2e090c04f04c274" providerId="LiveId" clId="{6AD9112E-E121-4E28-9B01-663C5B0368B1}" dt="2026-09-06T12:24:38.721" v="101" actId="478"/>
          <ac:spMkLst>
            <pc:docMk/>
            <pc:sldMk cId="1084606365" sldId="260"/>
            <ac:spMk id="17" creationId="{66A40C7D-C49D-498F-B291-33D25F83C6D8}"/>
          </ac:spMkLst>
        </pc:spChg>
      </pc:sldChg>
      <pc:sldChg chg="modSp mod">
        <pc:chgData name="Iyirm Nar" userId="a2e090c04f04c274" providerId="LiveId" clId="{6AD9112E-E121-4E28-9B01-663C5B0368B1}" dt="2026-09-06T12:23:36.678" v="38" actId="27636"/>
        <pc:sldMkLst>
          <pc:docMk/>
          <pc:sldMk cId="912166271" sldId="261"/>
        </pc:sldMkLst>
        <pc:spChg chg="mod">
          <ac:chgData name="Iyirm Nar" userId="a2e090c04f04c274" providerId="LiveId" clId="{6AD9112E-E121-4E28-9B01-663C5B0368B1}" dt="2026-09-06T12:23:36.677" v="37" actId="27636"/>
          <ac:spMkLst>
            <pc:docMk/>
            <pc:sldMk cId="912166271" sldId="261"/>
            <ac:spMk id="29" creationId="{D5E961F2-0573-451B-9B16-D03FE5742EE2}"/>
          </ac:spMkLst>
        </pc:spChg>
        <pc:spChg chg="mod">
          <ac:chgData name="Iyirm Nar" userId="a2e090c04f04c274" providerId="LiveId" clId="{6AD9112E-E121-4E28-9B01-663C5B0368B1}" dt="2026-09-06T12:23:36.678" v="38" actId="27636"/>
          <ac:spMkLst>
            <pc:docMk/>
            <pc:sldMk cId="912166271" sldId="261"/>
            <ac:spMk id="30" creationId="{2E337C93-807A-4978-B700-4CAD7E5CDCB8}"/>
          </ac:spMkLst>
        </pc:spChg>
      </pc:sldChg>
      <pc:sldChg chg="delSp modSp mod">
        <pc:chgData name="Iyirm Nar" userId="a2e090c04f04c274" providerId="LiveId" clId="{6AD9112E-E121-4E28-9B01-663C5B0368B1}" dt="2026-09-06T12:28:28.982" v="166" actId="478"/>
        <pc:sldMkLst>
          <pc:docMk/>
          <pc:sldMk cId="637156773" sldId="262"/>
        </pc:sldMkLst>
        <pc:spChg chg="mod">
          <ac:chgData name="Iyirm Nar" userId="a2e090c04f04c274" providerId="LiveId" clId="{6AD9112E-E121-4E28-9B01-663C5B0368B1}" dt="2026-09-06T12:23:36.685" v="42" actId="27636"/>
          <ac:spMkLst>
            <pc:docMk/>
            <pc:sldMk cId="637156773" sldId="262"/>
            <ac:spMk id="6" creationId="{8BF8C31C-10F2-4828-BA06-7FDBD1179888}"/>
          </ac:spMkLst>
        </pc:spChg>
        <pc:spChg chg="mod">
          <ac:chgData name="Iyirm Nar" userId="a2e090c04f04c274" providerId="LiveId" clId="{6AD9112E-E121-4E28-9B01-663C5B0368B1}" dt="2026-09-06T12:23:36.689" v="45" actId="27636"/>
          <ac:spMkLst>
            <pc:docMk/>
            <pc:sldMk cId="637156773" sldId="262"/>
            <ac:spMk id="10" creationId="{3A83E4D0-9020-438B-81A7-6ABD8672E6FA}"/>
          </ac:spMkLst>
        </pc:spChg>
        <pc:spChg chg="mod">
          <ac:chgData name="Iyirm Nar" userId="a2e090c04f04c274" providerId="LiveId" clId="{6AD9112E-E121-4E28-9B01-663C5B0368B1}" dt="2026-09-06T12:23:36.683" v="40" actId="27636"/>
          <ac:spMkLst>
            <pc:docMk/>
            <pc:sldMk cId="637156773" sldId="262"/>
            <ac:spMk id="14" creationId="{DD3C5485-6DDA-4756-AB49-08DB18497CF8}"/>
          </ac:spMkLst>
        </pc:spChg>
        <pc:spChg chg="mod">
          <ac:chgData name="Iyirm Nar" userId="a2e090c04f04c274" providerId="LiveId" clId="{6AD9112E-E121-4E28-9B01-663C5B0368B1}" dt="2026-09-06T12:23:36.682" v="39" actId="27636"/>
          <ac:spMkLst>
            <pc:docMk/>
            <pc:sldMk cId="637156773" sldId="262"/>
            <ac:spMk id="18" creationId="{6EFCD4D5-4151-4500-88DE-7434063D203A}"/>
          </ac:spMkLst>
        </pc:spChg>
        <pc:spChg chg="mod">
          <ac:chgData name="Iyirm Nar" userId="a2e090c04f04c274" providerId="LiveId" clId="{6AD9112E-E121-4E28-9B01-663C5B0368B1}" dt="2026-09-06T12:23:36.688" v="44" actId="27636"/>
          <ac:spMkLst>
            <pc:docMk/>
            <pc:sldMk cId="637156773" sldId="262"/>
            <ac:spMk id="22" creationId="{C1DFCCB8-B2DA-4F43-9315-720B4ABC54BB}"/>
          </ac:spMkLst>
        </pc:spChg>
        <pc:spChg chg="mod">
          <ac:chgData name="Iyirm Nar" userId="a2e090c04f04c274" providerId="LiveId" clId="{6AD9112E-E121-4E28-9B01-663C5B0368B1}" dt="2026-09-06T12:28:27.028" v="165" actId="255"/>
          <ac:spMkLst>
            <pc:docMk/>
            <pc:sldMk cId="637156773" sldId="262"/>
            <ac:spMk id="25" creationId="{20A8CDD8-2978-4E0D-880A-EFC3DAD27441}"/>
          </ac:spMkLst>
        </pc:spChg>
        <pc:spChg chg="mod">
          <ac:chgData name="Iyirm Nar" userId="a2e090c04f04c274" providerId="LiveId" clId="{6AD9112E-E121-4E28-9B01-663C5B0368B1}" dt="2026-09-06T12:23:36.684" v="41" actId="27636"/>
          <ac:spMkLst>
            <pc:docMk/>
            <pc:sldMk cId="637156773" sldId="262"/>
            <ac:spMk id="26" creationId="{7ECC6F6E-070E-461C-95B3-2F8F8E447BFF}"/>
          </ac:spMkLst>
        </pc:spChg>
        <pc:spChg chg="del mod">
          <ac:chgData name="Iyirm Nar" userId="a2e090c04f04c274" providerId="LiveId" clId="{6AD9112E-E121-4E28-9B01-663C5B0368B1}" dt="2026-09-06T12:28:28.982" v="166" actId="478"/>
          <ac:spMkLst>
            <pc:docMk/>
            <pc:sldMk cId="637156773" sldId="262"/>
            <ac:spMk id="28" creationId="{85532502-A416-4FDF-84C9-E3D57E3D9A25}"/>
          </ac:spMkLst>
        </pc:spChg>
      </pc:sldChg>
      <pc:sldChg chg="delSp modSp mod">
        <pc:chgData name="Iyirm Nar" userId="a2e090c04f04c274" providerId="LiveId" clId="{6AD9112E-E121-4E28-9B01-663C5B0368B1}" dt="2026-09-06T12:28:31.603" v="167" actId="478"/>
        <pc:sldMkLst>
          <pc:docMk/>
          <pc:sldMk cId="731918959" sldId="263"/>
        </pc:sldMkLst>
        <pc:spChg chg="mod">
          <ac:chgData name="Iyirm Nar" userId="a2e090c04f04c274" providerId="LiveId" clId="{6AD9112E-E121-4E28-9B01-663C5B0368B1}" dt="2026-09-06T12:23:36.696" v="47" actId="27636"/>
          <ac:spMkLst>
            <pc:docMk/>
            <pc:sldMk cId="731918959" sldId="263"/>
            <ac:spMk id="6" creationId="{9AAF65B8-8D8A-4FE2-8CF0-EAC7AC15BCFA}"/>
          </ac:spMkLst>
        </pc:spChg>
        <pc:spChg chg="mod">
          <ac:chgData name="Iyirm Nar" userId="a2e090c04f04c274" providerId="LiveId" clId="{6AD9112E-E121-4E28-9B01-663C5B0368B1}" dt="2026-09-06T12:23:36.698" v="50" actId="27636"/>
          <ac:spMkLst>
            <pc:docMk/>
            <pc:sldMk cId="731918959" sldId="263"/>
            <ac:spMk id="10" creationId="{3EEA988D-41CC-4198-B206-953EA40B3D34}"/>
          </ac:spMkLst>
        </pc:spChg>
        <pc:spChg chg="mod">
          <ac:chgData name="Iyirm Nar" userId="a2e090c04f04c274" providerId="LiveId" clId="{6AD9112E-E121-4E28-9B01-663C5B0368B1}" dt="2026-09-06T12:23:36.698" v="49" actId="27636"/>
          <ac:spMkLst>
            <pc:docMk/>
            <pc:sldMk cId="731918959" sldId="263"/>
            <ac:spMk id="14" creationId="{D356B375-72BF-42B6-8890-3D27E85F220A}"/>
          </ac:spMkLst>
        </pc:spChg>
        <pc:spChg chg="mod">
          <ac:chgData name="Iyirm Nar" userId="a2e090c04f04c274" providerId="LiveId" clId="{6AD9112E-E121-4E28-9B01-663C5B0368B1}" dt="2026-09-06T12:23:36.700" v="51" actId="27636"/>
          <ac:spMkLst>
            <pc:docMk/>
            <pc:sldMk cId="731918959" sldId="263"/>
            <ac:spMk id="18" creationId="{D5B7D109-C346-49B3-AA3A-C5FD1D58C454}"/>
          </ac:spMkLst>
        </pc:spChg>
        <pc:spChg chg="mod">
          <ac:chgData name="Iyirm Nar" userId="a2e090c04f04c274" providerId="LiveId" clId="{6AD9112E-E121-4E28-9B01-663C5B0368B1}" dt="2026-09-06T12:23:36.701" v="52" actId="27636"/>
          <ac:spMkLst>
            <pc:docMk/>
            <pc:sldMk cId="731918959" sldId="263"/>
            <ac:spMk id="21" creationId="{1C25BDA5-D827-4EEA-B921-F3847C75AB6B}"/>
          </ac:spMkLst>
        </pc:spChg>
        <pc:spChg chg="mod">
          <ac:chgData name="Iyirm Nar" userId="a2e090c04f04c274" providerId="LiveId" clId="{6AD9112E-E121-4E28-9B01-663C5B0368B1}" dt="2026-09-06T12:23:36.697" v="48" actId="27636"/>
          <ac:spMkLst>
            <pc:docMk/>
            <pc:sldMk cId="731918959" sldId="263"/>
            <ac:spMk id="22" creationId="{71A1A9D0-8A22-49F1-8C7B-244AC06298F6}"/>
          </ac:spMkLst>
        </pc:spChg>
        <pc:spChg chg="del mod">
          <ac:chgData name="Iyirm Nar" userId="a2e090c04f04c274" providerId="LiveId" clId="{6AD9112E-E121-4E28-9B01-663C5B0368B1}" dt="2026-09-06T12:28:31.603" v="167" actId="478"/>
          <ac:spMkLst>
            <pc:docMk/>
            <pc:sldMk cId="731918959" sldId="263"/>
            <ac:spMk id="24" creationId="{A7B676D4-DB54-4105-B1A8-1629ECFBB074}"/>
          </ac:spMkLst>
        </pc:spChg>
      </pc:sldChg>
      <pc:sldChg chg="delSp modSp mod">
        <pc:chgData name="Iyirm Nar" userId="a2e090c04f04c274" providerId="LiveId" clId="{6AD9112E-E121-4E28-9B01-663C5B0368B1}" dt="2026-09-06T12:28:53.370" v="170" actId="478"/>
        <pc:sldMkLst>
          <pc:docMk/>
          <pc:sldMk cId="1338807682" sldId="264"/>
        </pc:sldMkLst>
        <pc:spChg chg="mod">
          <ac:chgData name="Iyirm Nar" userId="a2e090c04f04c274" providerId="LiveId" clId="{6AD9112E-E121-4E28-9B01-663C5B0368B1}" dt="2026-09-06T12:23:36.711" v="57" actId="27636"/>
          <ac:spMkLst>
            <pc:docMk/>
            <pc:sldMk cId="1338807682" sldId="264"/>
            <ac:spMk id="13" creationId="{A825F1DE-976F-4420-BA17-CFEB62FE49A2}"/>
          </ac:spMkLst>
        </pc:spChg>
        <pc:spChg chg="mod">
          <ac:chgData name="Iyirm Nar" userId="a2e090c04f04c274" providerId="LiveId" clId="{6AD9112E-E121-4E28-9B01-663C5B0368B1}" dt="2026-09-06T12:23:36.713" v="60" actId="27636"/>
          <ac:spMkLst>
            <pc:docMk/>
            <pc:sldMk cId="1338807682" sldId="264"/>
            <ac:spMk id="14" creationId="{173014A2-831E-4AF0-B24E-CD8C92597025}"/>
          </ac:spMkLst>
        </pc:spChg>
        <pc:spChg chg="mod">
          <ac:chgData name="Iyirm Nar" userId="a2e090c04f04c274" providerId="LiveId" clId="{6AD9112E-E121-4E28-9B01-663C5B0368B1}" dt="2026-09-06T12:23:36.712" v="58" actId="27636"/>
          <ac:spMkLst>
            <pc:docMk/>
            <pc:sldMk cId="1338807682" sldId="264"/>
            <ac:spMk id="15" creationId="{41F3005E-2B58-46BA-B8BD-DE9C2EF9DF72}"/>
          </ac:spMkLst>
        </pc:spChg>
        <pc:spChg chg="mod">
          <ac:chgData name="Iyirm Nar" userId="a2e090c04f04c274" providerId="LiveId" clId="{6AD9112E-E121-4E28-9B01-663C5B0368B1}" dt="2026-09-06T12:23:36.709" v="54" actId="27636"/>
          <ac:spMkLst>
            <pc:docMk/>
            <pc:sldMk cId="1338807682" sldId="264"/>
            <ac:spMk id="16" creationId="{2C415536-FE9A-4EEB-BDA2-2D3547AEF1D0}"/>
          </ac:spMkLst>
        </pc:spChg>
        <pc:spChg chg="mod">
          <ac:chgData name="Iyirm Nar" userId="a2e090c04f04c274" providerId="LiveId" clId="{6AD9112E-E121-4E28-9B01-663C5B0368B1}" dt="2026-09-06T12:23:36.711" v="56" actId="27636"/>
          <ac:spMkLst>
            <pc:docMk/>
            <pc:sldMk cId="1338807682" sldId="264"/>
            <ac:spMk id="17" creationId="{F80AFB2C-234B-4842-9A0D-4D400352B317}"/>
          </ac:spMkLst>
        </pc:spChg>
        <pc:spChg chg="mod">
          <ac:chgData name="Iyirm Nar" userId="a2e090c04f04c274" providerId="LiveId" clId="{6AD9112E-E121-4E28-9B01-663C5B0368B1}" dt="2026-09-06T12:23:36.710" v="55" actId="27636"/>
          <ac:spMkLst>
            <pc:docMk/>
            <pc:sldMk cId="1338807682" sldId="264"/>
            <ac:spMk id="18" creationId="{5AEB1604-050D-4F7D-8615-B1445A1FA48F}"/>
          </ac:spMkLst>
        </pc:spChg>
        <pc:spChg chg="mod">
          <ac:chgData name="Iyirm Nar" userId="a2e090c04f04c274" providerId="LiveId" clId="{6AD9112E-E121-4E28-9B01-663C5B0368B1}" dt="2026-09-06T12:28:50.428" v="169" actId="255"/>
          <ac:spMkLst>
            <pc:docMk/>
            <pc:sldMk cId="1338807682" sldId="264"/>
            <ac:spMk id="20" creationId="{00C016A1-7058-41C6-803D-EA42F50E6D06}"/>
          </ac:spMkLst>
        </pc:spChg>
        <pc:spChg chg="del mod">
          <ac:chgData name="Iyirm Nar" userId="a2e090c04f04c274" providerId="LiveId" clId="{6AD9112E-E121-4E28-9B01-663C5B0368B1}" dt="2026-09-06T12:28:53.370" v="170" actId="478"/>
          <ac:spMkLst>
            <pc:docMk/>
            <pc:sldMk cId="1338807682" sldId="264"/>
            <ac:spMk id="21" creationId="{0D8AA4CA-870C-46D0-8818-FF4F42F981A5}"/>
          </ac:spMkLst>
        </pc:spChg>
      </pc:sldChg>
      <pc:sldChg chg="delSp modSp mod">
        <pc:chgData name="Iyirm Nar" userId="a2e090c04f04c274" providerId="LiveId" clId="{6AD9112E-E121-4E28-9B01-663C5B0368B1}" dt="2026-09-06T12:28:57.171" v="171" actId="478"/>
        <pc:sldMkLst>
          <pc:docMk/>
          <pc:sldMk cId="78619841" sldId="265"/>
        </pc:sldMkLst>
        <pc:spChg chg="mod">
          <ac:chgData name="Iyirm Nar" userId="a2e090c04f04c274" providerId="LiveId" clId="{6AD9112E-E121-4E28-9B01-663C5B0368B1}" dt="2026-09-06T12:23:36.721" v="63" actId="27636"/>
          <ac:spMkLst>
            <pc:docMk/>
            <pc:sldMk cId="78619841" sldId="265"/>
            <ac:spMk id="21" creationId="{D09FBFD3-6E32-4AD9-B441-9FC1848CA180}"/>
          </ac:spMkLst>
        </pc:spChg>
        <pc:spChg chg="mod">
          <ac:chgData name="Iyirm Nar" userId="a2e090c04f04c274" providerId="LiveId" clId="{6AD9112E-E121-4E28-9B01-663C5B0368B1}" dt="2026-09-06T12:23:36.719" v="62" actId="27636"/>
          <ac:spMkLst>
            <pc:docMk/>
            <pc:sldMk cId="78619841" sldId="265"/>
            <ac:spMk id="22" creationId="{E2E5993F-BAEC-4CFF-913A-E6845289C4ED}"/>
          </ac:spMkLst>
        </pc:spChg>
        <pc:spChg chg="del mod">
          <ac:chgData name="Iyirm Nar" userId="a2e090c04f04c274" providerId="LiveId" clId="{6AD9112E-E121-4E28-9B01-663C5B0368B1}" dt="2026-09-06T12:28:57.171" v="171" actId="478"/>
          <ac:spMkLst>
            <pc:docMk/>
            <pc:sldMk cId="78619841" sldId="265"/>
            <ac:spMk id="24" creationId="{7364603A-5B39-402E-B181-F3E0F3E4478F}"/>
          </ac:spMkLst>
        </pc:spChg>
      </pc:sldChg>
      <pc:sldChg chg="delSp modSp mod">
        <pc:chgData name="Iyirm Nar" userId="a2e090c04f04c274" providerId="LiveId" clId="{6AD9112E-E121-4E28-9B01-663C5B0368B1}" dt="2026-09-06T12:29:02.595" v="173" actId="478"/>
        <pc:sldMkLst>
          <pc:docMk/>
          <pc:sldMk cId="231714957" sldId="266"/>
        </pc:sldMkLst>
        <pc:spChg chg="mod">
          <ac:chgData name="Iyirm Nar" userId="a2e090c04f04c274" providerId="LiveId" clId="{6AD9112E-E121-4E28-9B01-663C5B0368B1}" dt="2026-09-06T12:23:36.726" v="65" actId="27636"/>
          <ac:spMkLst>
            <pc:docMk/>
            <pc:sldMk cId="231714957" sldId="266"/>
            <ac:spMk id="25" creationId="{B0243CDA-E7BC-4BEC-A511-52BDAC7DF37D}"/>
          </ac:spMkLst>
        </pc:spChg>
        <pc:spChg chg="del mod">
          <ac:chgData name="Iyirm Nar" userId="a2e090c04f04c274" providerId="LiveId" clId="{6AD9112E-E121-4E28-9B01-663C5B0368B1}" dt="2026-09-06T12:29:01.421" v="172" actId="478"/>
          <ac:spMkLst>
            <pc:docMk/>
            <pc:sldMk cId="231714957" sldId="266"/>
            <ac:spMk id="27" creationId="{8ED36A33-B8A1-454C-9DBA-14602AA8188E}"/>
          </ac:spMkLst>
        </pc:spChg>
        <pc:spChg chg="del mod">
          <ac:chgData name="Iyirm Nar" userId="a2e090c04f04c274" providerId="LiveId" clId="{6AD9112E-E121-4E28-9B01-663C5B0368B1}" dt="2026-09-06T12:29:02.595" v="173" actId="478"/>
          <ac:spMkLst>
            <pc:docMk/>
            <pc:sldMk cId="231714957" sldId="266"/>
            <ac:spMk id="28" creationId="{4B8B65D8-2604-438F-A017-1F894D1A5E35}"/>
          </ac:spMkLst>
        </pc:spChg>
      </pc:sldChg>
      <pc:sldChg chg="delSp modSp mod">
        <pc:chgData name="Iyirm Nar" userId="a2e090c04f04c274" providerId="LiveId" clId="{6AD9112E-E121-4E28-9B01-663C5B0368B1}" dt="2026-09-06T12:29:08.966" v="174" actId="478"/>
        <pc:sldMkLst>
          <pc:docMk/>
          <pc:sldMk cId="1054141550" sldId="267"/>
        </pc:sldMkLst>
        <pc:spChg chg="mod">
          <ac:chgData name="Iyirm Nar" userId="a2e090c04f04c274" providerId="LiveId" clId="{6AD9112E-E121-4E28-9B01-663C5B0368B1}" dt="2026-09-06T12:23:36.737" v="72" actId="27636"/>
          <ac:spMkLst>
            <pc:docMk/>
            <pc:sldMk cId="1054141550" sldId="267"/>
            <ac:spMk id="7" creationId="{AB14B958-0951-4861-B942-24BDB3656C97}"/>
          </ac:spMkLst>
        </pc:spChg>
        <pc:spChg chg="mod">
          <ac:chgData name="Iyirm Nar" userId="a2e090c04f04c274" providerId="LiveId" clId="{6AD9112E-E121-4E28-9B01-663C5B0368B1}" dt="2026-09-06T12:23:36.736" v="71" actId="27636"/>
          <ac:spMkLst>
            <pc:docMk/>
            <pc:sldMk cId="1054141550" sldId="267"/>
            <ac:spMk id="10" creationId="{4706CF2D-E49C-4CA4-9504-1D6DFD8F1BF5}"/>
          </ac:spMkLst>
        </pc:spChg>
        <pc:spChg chg="mod">
          <ac:chgData name="Iyirm Nar" userId="a2e090c04f04c274" providerId="LiveId" clId="{6AD9112E-E121-4E28-9B01-663C5B0368B1}" dt="2026-09-06T12:23:36.737" v="73" actId="27636"/>
          <ac:spMkLst>
            <pc:docMk/>
            <pc:sldMk cId="1054141550" sldId="267"/>
            <ac:spMk id="13" creationId="{A98B73C4-D0EF-4E7D-BFB2-E3F073566074}"/>
          </ac:spMkLst>
        </pc:spChg>
        <pc:spChg chg="mod">
          <ac:chgData name="Iyirm Nar" userId="a2e090c04f04c274" providerId="LiveId" clId="{6AD9112E-E121-4E28-9B01-663C5B0368B1}" dt="2026-09-06T12:23:36.733" v="68" actId="27636"/>
          <ac:spMkLst>
            <pc:docMk/>
            <pc:sldMk cId="1054141550" sldId="267"/>
            <ac:spMk id="16" creationId="{F5960010-A75D-446D-A5E3-5D107387310B}"/>
          </ac:spMkLst>
        </pc:spChg>
        <pc:spChg chg="mod">
          <ac:chgData name="Iyirm Nar" userId="a2e090c04f04c274" providerId="LiveId" clId="{6AD9112E-E121-4E28-9B01-663C5B0368B1}" dt="2026-09-06T12:23:36.735" v="70" actId="27636"/>
          <ac:spMkLst>
            <pc:docMk/>
            <pc:sldMk cId="1054141550" sldId="267"/>
            <ac:spMk id="19" creationId="{434C3154-4848-4FFD-B9F6-72B86717685B}"/>
          </ac:spMkLst>
        </pc:spChg>
        <pc:spChg chg="mod">
          <ac:chgData name="Iyirm Nar" userId="a2e090c04f04c274" providerId="LiveId" clId="{6AD9112E-E121-4E28-9B01-663C5B0368B1}" dt="2026-09-06T12:23:36.739" v="74" actId="27636"/>
          <ac:spMkLst>
            <pc:docMk/>
            <pc:sldMk cId="1054141550" sldId="267"/>
            <ac:spMk id="20" creationId="{3191044B-8C75-4F06-A55B-1AA929CFB433}"/>
          </ac:spMkLst>
        </pc:spChg>
        <pc:spChg chg="del mod">
          <ac:chgData name="Iyirm Nar" userId="a2e090c04f04c274" providerId="LiveId" clId="{6AD9112E-E121-4E28-9B01-663C5B0368B1}" dt="2026-09-06T12:29:08.966" v="174" actId="478"/>
          <ac:spMkLst>
            <pc:docMk/>
            <pc:sldMk cId="1054141550" sldId="267"/>
            <ac:spMk id="22" creationId="{F566D86F-C58A-4BEC-AC04-A4F79E50471F}"/>
          </ac:spMkLst>
        </pc:spChg>
      </pc:sldChg>
      <pc:sldChg chg="delSp modSp mod">
        <pc:chgData name="Iyirm Nar" userId="a2e090c04f04c274" providerId="LiveId" clId="{6AD9112E-E121-4E28-9B01-663C5B0368B1}" dt="2026-09-06T12:30:39.787" v="184" actId="27636"/>
        <pc:sldMkLst>
          <pc:docMk/>
          <pc:sldMk cId="920025099" sldId="268"/>
        </pc:sldMkLst>
        <pc:spChg chg="mod">
          <ac:chgData name="Iyirm Nar" userId="a2e090c04f04c274" providerId="LiveId" clId="{6AD9112E-E121-4E28-9B01-663C5B0368B1}" dt="2026-09-06T12:23:36.743" v="76" actId="27636"/>
          <ac:spMkLst>
            <pc:docMk/>
            <pc:sldMk cId="920025099" sldId="268"/>
            <ac:spMk id="5" creationId="{66204135-5B8B-41B6-94FC-CE74123F2BDB}"/>
          </ac:spMkLst>
        </pc:spChg>
        <pc:spChg chg="mod">
          <ac:chgData name="Iyirm Nar" userId="a2e090c04f04c274" providerId="LiveId" clId="{6AD9112E-E121-4E28-9B01-663C5B0368B1}" dt="2026-09-06T12:23:36.745" v="79" actId="27636"/>
          <ac:spMkLst>
            <pc:docMk/>
            <pc:sldMk cId="920025099" sldId="268"/>
            <ac:spMk id="8" creationId="{571D7ADE-EBCE-44B6-A733-D875120A26B0}"/>
          </ac:spMkLst>
        </pc:spChg>
        <pc:spChg chg="mod">
          <ac:chgData name="Iyirm Nar" userId="a2e090c04f04c274" providerId="LiveId" clId="{6AD9112E-E121-4E28-9B01-663C5B0368B1}" dt="2026-09-06T12:23:36.744" v="78" actId="27636"/>
          <ac:spMkLst>
            <pc:docMk/>
            <pc:sldMk cId="920025099" sldId="268"/>
            <ac:spMk id="11" creationId="{6F431719-1FE2-4DBA-953F-8D64FC15D34E}"/>
          </ac:spMkLst>
        </pc:spChg>
        <pc:spChg chg="mod">
          <ac:chgData name="Iyirm Nar" userId="a2e090c04f04c274" providerId="LiveId" clId="{6AD9112E-E121-4E28-9B01-663C5B0368B1}" dt="2026-09-06T12:30:39.784" v="182" actId="27636"/>
          <ac:spMkLst>
            <pc:docMk/>
            <pc:sldMk cId="920025099" sldId="268"/>
            <ac:spMk id="15" creationId="{5C392EA3-8011-41AB-82BE-6D925B3E6CC5}"/>
          </ac:spMkLst>
        </pc:spChg>
        <pc:spChg chg="mod">
          <ac:chgData name="Iyirm Nar" userId="a2e090c04f04c274" providerId="LiveId" clId="{6AD9112E-E121-4E28-9B01-663C5B0368B1}" dt="2026-09-06T12:30:39.787" v="184" actId="27636"/>
          <ac:spMkLst>
            <pc:docMk/>
            <pc:sldMk cId="920025099" sldId="268"/>
            <ac:spMk id="17" creationId="{52337D3E-755E-4675-A70F-B7BBD267D8E5}"/>
          </ac:spMkLst>
        </pc:spChg>
        <pc:spChg chg="mod">
          <ac:chgData name="Iyirm Nar" userId="a2e090c04f04c274" providerId="LiveId" clId="{6AD9112E-E121-4E28-9B01-663C5B0368B1}" dt="2026-09-06T12:30:39.783" v="181" actId="27636"/>
          <ac:spMkLst>
            <pc:docMk/>
            <pc:sldMk cId="920025099" sldId="268"/>
            <ac:spMk id="19" creationId="{D96471D2-5292-4C51-BB69-F0B7F2A5C038}"/>
          </ac:spMkLst>
        </pc:spChg>
        <pc:spChg chg="mod">
          <ac:chgData name="Iyirm Nar" userId="a2e090c04f04c274" providerId="LiveId" clId="{6AD9112E-E121-4E28-9B01-663C5B0368B1}" dt="2026-09-06T12:30:39.786" v="183" actId="27636"/>
          <ac:spMkLst>
            <pc:docMk/>
            <pc:sldMk cId="920025099" sldId="268"/>
            <ac:spMk id="21" creationId="{DF821C38-E416-405F-9E04-34C1E452E4FC}"/>
          </ac:spMkLst>
        </pc:spChg>
        <pc:spChg chg="mod">
          <ac:chgData name="Iyirm Nar" userId="a2e090c04f04c274" providerId="LiveId" clId="{6AD9112E-E121-4E28-9B01-663C5B0368B1}" dt="2026-09-06T12:30:39.782" v="180" actId="27636"/>
          <ac:spMkLst>
            <pc:docMk/>
            <pc:sldMk cId="920025099" sldId="268"/>
            <ac:spMk id="23" creationId="{E06D1276-6D4B-49AB-8F9A-3D65EF3AE5FE}"/>
          </ac:spMkLst>
        </pc:spChg>
        <pc:spChg chg="del mod">
          <ac:chgData name="Iyirm Nar" userId="a2e090c04f04c274" providerId="LiveId" clId="{6AD9112E-E121-4E28-9B01-663C5B0368B1}" dt="2026-09-06T12:29:13.846" v="175" actId="478"/>
          <ac:spMkLst>
            <pc:docMk/>
            <pc:sldMk cId="920025099" sldId="268"/>
            <ac:spMk id="25" creationId="{ECAC4C3F-E903-4438-8828-D598BF1B2E86}"/>
          </ac:spMkLst>
        </pc:spChg>
        <pc:spChg chg="del mod">
          <ac:chgData name="Iyirm Nar" userId="a2e090c04f04c274" providerId="LiveId" clId="{6AD9112E-E121-4E28-9B01-663C5B0368B1}" dt="2026-09-06T12:29:15.636" v="176" actId="478"/>
          <ac:spMkLst>
            <pc:docMk/>
            <pc:sldMk cId="920025099" sldId="268"/>
            <ac:spMk id="26" creationId="{641971CD-3BD3-4516-81FB-14936E9331E7}"/>
          </ac:spMkLst>
        </pc:spChg>
      </pc:sldChg>
      <pc:sldChg chg="modSp mod">
        <pc:chgData name="Iyirm Nar" userId="a2e090c04f04c274" providerId="LiveId" clId="{6AD9112E-E121-4E28-9B01-663C5B0368B1}" dt="2026-09-06T12:23:36.756" v="91" actId="27636"/>
        <pc:sldMkLst>
          <pc:docMk/>
          <pc:sldMk cId="1086391441" sldId="269"/>
        </pc:sldMkLst>
        <pc:spChg chg="mod">
          <ac:chgData name="Iyirm Nar" userId="a2e090c04f04c274" providerId="LiveId" clId="{6AD9112E-E121-4E28-9B01-663C5B0368B1}" dt="2026-09-06T12:23:36.753" v="86" actId="27636"/>
          <ac:spMkLst>
            <pc:docMk/>
            <pc:sldMk cId="1086391441" sldId="269"/>
            <ac:spMk id="4" creationId="{809DEEA3-4B84-4548-807E-7B70BE8B7F3A}"/>
          </ac:spMkLst>
        </pc:spChg>
        <pc:spChg chg="mod">
          <ac:chgData name="Iyirm Nar" userId="a2e090c04f04c274" providerId="LiveId" clId="{6AD9112E-E121-4E28-9B01-663C5B0368B1}" dt="2026-09-06T12:23:36.756" v="90" actId="27636"/>
          <ac:spMkLst>
            <pc:docMk/>
            <pc:sldMk cId="1086391441" sldId="269"/>
            <ac:spMk id="8" creationId="{C68368CC-C388-4416-BC1F-9B975487200C}"/>
          </ac:spMkLst>
        </pc:spChg>
        <pc:spChg chg="mod">
          <ac:chgData name="Iyirm Nar" userId="a2e090c04f04c274" providerId="LiveId" clId="{6AD9112E-E121-4E28-9B01-663C5B0368B1}" dt="2026-09-06T12:23:36.756" v="89" actId="27636"/>
          <ac:spMkLst>
            <pc:docMk/>
            <pc:sldMk cId="1086391441" sldId="269"/>
            <ac:spMk id="12" creationId="{841F7D21-F0A2-40C7-8745-4C2DB01BE384}"/>
          </ac:spMkLst>
        </pc:spChg>
        <pc:spChg chg="mod">
          <ac:chgData name="Iyirm Nar" userId="a2e090c04f04c274" providerId="LiveId" clId="{6AD9112E-E121-4E28-9B01-663C5B0368B1}" dt="2026-09-06T12:23:36.754" v="87" actId="27636"/>
          <ac:spMkLst>
            <pc:docMk/>
            <pc:sldMk cId="1086391441" sldId="269"/>
            <ac:spMk id="16" creationId="{4A816ED7-85D3-4A9D-B69B-F30A557422B3}"/>
          </ac:spMkLst>
        </pc:spChg>
        <pc:spChg chg="mod">
          <ac:chgData name="Iyirm Nar" userId="a2e090c04f04c274" providerId="LiveId" clId="{6AD9112E-E121-4E28-9B01-663C5B0368B1}" dt="2026-09-06T12:23:36.756" v="91" actId="27636"/>
          <ac:spMkLst>
            <pc:docMk/>
            <pc:sldMk cId="1086391441" sldId="269"/>
            <ac:spMk id="21" creationId="{20C88DC0-E6B7-400D-940E-C684DE8202D5}"/>
          </ac:spMkLst>
        </pc:spChg>
        <pc:spChg chg="mod">
          <ac:chgData name="Iyirm Nar" userId="a2e090c04f04c274" providerId="LiveId" clId="{6AD9112E-E121-4E28-9B01-663C5B0368B1}" dt="2026-09-06T12:23:36.753" v="85" actId="27636"/>
          <ac:spMkLst>
            <pc:docMk/>
            <pc:sldMk cId="1086391441" sldId="269"/>
            <ac:spMk id="22" creationId="{DDC69AD7-2328-4209-A92F-404C0D920F6C}"/>
          </ac:spMkLst>
        </pc:spChg>
        <pc:spChg chg="mod">
          <ac:chgData name="Iyirm Nar" userId="a2e090c04f04c274" providerId="LiveId" clId="{6AD9112E-E121-4E28-9B01-663C5B0368B1}" dt="2026-09-06T12:23:36.755" v="88" actId="27636"/>
          <ac:spMkLst>
            <pc:docMk/>
            <pc:sldMk cId="1086391441" sldId="269"/>
            <ac:spMk id="24" creationId="{0A301ECF-FB3A-48AC-8C2F-3AD63E18CFDB}"/>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Annual food discarded (kg)</c:v>
          </c:tx>
          <c:spPr>
            <a:solidFill>
              <a:srgbClr val="667B64"/>
            </a:solidFill>
          </c:spPr>
          <c:invertIfNegative val="1"/>
          <c:dLbls>
            <c:spPr>
              <a:noFill/>
              <a:ln>
                <a:noFill/>
              </a:ln>
              <a:effectLst/>
            </c:spPr>
            <c:txPr>
              <a:bodyPr anchorCtr="1"/>
              <a:lstStyle/>
              <a:p>
                <a:pPr>
                  <a:defRPr>
                    <a:latin typeface="Aptos"/>
                    <a:ea typeface="Aptos"/>
                    <a:cs typeface="Apto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Households with under 35s</c:v>
              </c:pt>
              <c:pt idx="1">
                <c:v>Lower-waste households</c:v>
              </c:pt>
            </c:strLit>
          </c:cat>
          <c:val>
            <c:numLit>
              <c:formatCode>General</c:formatCode>
              <c:ptCount val="2"/>
              <c:pt idx="0">
                <c:v>113</c:v>
              </c:pt>
              <c:pt idx="1">
                <c:v>66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4FB-408C-B57E-60EA924C5E26}"/>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zh-CN"/>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elevator pitch: KitchMemo helps young Australian households see what food they already have, use it before it is forgotten, and make better shopping decisions. Iteration 2 turns that inventory into practical shopping advice and visible progress.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Connect the new story to the product problem. The article gives practical advice to take stock before shopping. </a:t>
            </a:r>
            <a:r>
              <a:rPr dirty="0" err="1"/>
              <a:t>KitchMemo</a:t>
            </a:r>
            <a:r>
              <a:rPr dirty="0"/>
              <a:t> supports the same </a:t>
            </a:r>
            <a:r>
              <a:rPr dirty="0" err="1"/>
              <a:t>behaviour</a:t>
            </a:r>
            <a:r>
              <a:rPr dirty="0"/>
              <a:t> with a persistent inventory and timely guidance.</a:t>
            </a:r>
          </a:p>
          <a:p>
            <a:endParaRPr dirty="0"/>
          </a:p>
          <a:p>
            <a:r>
              <a:rPr dirty="0"/>
              <a:t>Sources:</a:t>
            </a:r>
          </a:p>
          <a:p>
            <a:r>
              <a:rPr dirty="0"/>
              <a:t>ABC News. Small habits that can lower your grocery bill. 28 May 2026. https://www.abc.net.au/news/2026-05-28/shopping-habits-to-reduce-grocery-costs/106690004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2025 </a:t>
            </a:r>
            <a:r>
              <a:rPr dirty="0" err="1"/>
              <a:t>OzHarvest</a:t>
            </a:r>
            <a:r>
              <a:rPr dirty="0"/>
              <a:t> study supplies the strongest target-audience evidence. Households with members under 35 discarded 113 kilograms annually, 71 per cent more than lower-waste households. This supports a focused young-household audience and the link to SDG Target 12.3.</a:t>
            </a:r>
          </a:p>
          <a:p>
            <a:endParaRPr dirty="0"/>
          </a:p>
          <a:p>
            <a:r>
              <a:rPr dirty="0"/>
              <a:t>Sources:</a:t>
            </a:r>
          </a:p>
          <a:p>
            <a:r>
              <a:rPr dirty="0" err="1"/>
              <a:t>OzHarvest</a:t>
            </a:r>
            <a:r>
              <a:rPr dirty="0"/>
              <a:t>. Half Eaten: Australian Household Food Waste Research Report. August 2025. https://www.ozharvest.org/app/uploads/2025/08/Half-Eaten-Australian-Household-Food-Waste-Research-Report-2025.pdf</a:t>
            </a:r>
          </a:p>
          <a:p>
            <a:r>
              <a:rPr dirty="0"/>
              <a:t>United Nations. Sustainable Development Goal 12, Target 12.3. https://sdgs.un.org/goals/goal12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Jordan is a composite persona, not a named participant. The lifestyle details help make the journey concrete. The </a:t>
            </a:r>
            <a:r>
              <a:rPr dirty="0" err="1"/>
              <a:t>behaviours</a:t>
            </a:r>
            <a:r>
              <a:rPr dirty="0"/>
              <a:t> and needs come from Australian research and the team's Iteration 1 findings. Avoid presenting the wording as direct interview quotes.</a:t>
            </a:r>
          </a:p>
          <a:p>
            <a:endParaRPr dirty="0"/>
          </a:p>
          <a:p>
            <a:r>
              <a:rPr dirty="0"/>
              <a:t>Sources:</a:t>
            </a:r>
          </a:p>
          <a:p>
            <a:r>
              <a:rPr dirty="0" err="1"/>
              <a:t>OzHarvest</a:t>
            </a:r>
            <a:r>
              <a:rPr dirty="0"/>
              <a:t>. Half Eaten report, 2025.</a:t>
            </a:r>
          </a:p>
          <a:p>
            <a:r>
              <a:rPr dirty="0"/>
              <a:t>ABC News. Small habits that can lower your grocery bill,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update high level. The core journey worked, while testing revealed interface and loading problems. The next slide converts those findings into specific acceptance evidence and fixes.</a:t>
            </a:r>
          </a:p>
          <a:p>
            <a:endParaRPr/>
          </a:p>
          <a:p>
            <a:r>
              <a:t>Sources:</a:t>
            </a:r>
          </a:p>
          <a:p>
            <a:r>
              <a:t>KitchMemo Iteration 1 Feedback Meeting Minutes, 4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change-management slide. Show that feedback produces a documented root cause, a scoped design response, and evidence that can be accepted or rejected. For loading performance, replace the target with a measured baseline once available.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five workstreams as user value and evidence, not as a list of technical tasks. QR recognition remains an exploration spike until the team confirms a reliable user problem and data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assistant combines deterministic rules with an AI explanation layer. Rules should decide eligibility where possible. AI can summarise context and present a useful explanation, but the user keeps control and can dismiss every suggestion.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Clarify the difference between open data and customer data. Inventory and history belong to the household. Open Food Facts or an approved food reference can support identity and category mapping. Any AI request should contain only the minimum context needed for the suggestion.</a:t>
            </a:r>
          </a:p>
          <a:p>
            <a:endParaRPr dirty="0"/>
          </a:p>
          <a:p>
            <a:r>
              <a:rPr dirty="0"/>
              <a:t>Sources:</a:t>
            </a:r>
          </a:p>
          <a:p>
            <a:r>
              <a:rPr dirty="0"/>
              <a:t>Open Food Facts API documentation. https://openfoodfacts.github.io/openfoodfacts-server/api/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proposed metric dictionary. Purchase value should be captured at batch level. Partial use and discard events allocate value proportionally. The avoided-purchase measure remains an estimate and should appear only when the user explicitly rejects a duplicate and a credible price is available. Do not show emissions until the team approves a defensible factor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concept rules, not final commitments. Test whether users understand the achievement, trust the trigger, and find it encouraging. Keep the visual treatment quiet and consistent with the kitchen experience.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Treat QR recognition as an exploration, not a promised product outcome. Start with a small allowlist of payload formats and trusted hosts. Reject scripts, oversized data, unknown schemes and malformed content. The user must confirm parsed information before it enters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mobile app calls Express. Express verifies the device and fridge before reading or writing business data. </a:t>
            </a:r>
            <a:r>
              <a:rPr dirty="0" err="1"/>
              <a:t>Supabase</a:t>
            </a:r>
            <a:r>
              <a:rPr dirty="0"/>
              <a:t> migrations remain the source of truth. The current release already includes shared rate limiting, restricted CORS and hardened database function permissions.</a:t>
            </a:r>
          </a:p>
          <a:p>
            <a:endParaRPr dirty="0"/>
          </a:p>
          <a:p>
            <a:r>
              <a:rPr dirty="0"/>
              <a:t>Sources:</a:t>
            </a:r>
          </a:p>
          <a:p>
            <a:r>
              <a:rPr dirty="0" err="1"/>
              <a:t>KitchMemo</a:t>
            </a:r>
            <a:r>
              <a:rPr dirty="0"/>
              <a:t> Backend Data Context.</a:t>
            </a:r>
          </a:p>
          <a:p>
            <a:r>
              <a:rPr dirty="0" err="1"/>
              <a:t>KitchMemo</a:t>
            </a:r>
            <a:r>
              <a:rPr dirty="0"/>
              <a:t> API and Database Security Remediation Report, 4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Close by asking for decisions that can change the iteration. The team wants feedback on recommendation explainability, credible reporting and whether the QR exploration has a reasonable boundary. Invite the mentor to challenge the assumptions and acceptance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pic>
        <p:nvPicPr>
          <p:cNvPr id="10" name="图片 9"/>
          <p:cNvPicPr>
            <a:picLocks noChangeAspect="1"/>
          </p:cNvPicPr>
          <p:nvPr/>
        </p:nvPicPr>
        <p:blipFill>
          <a:blip r:embed="rId3"/>
          <a:srcRect l="23423" r="23423"/>
          <a:stretch>
            <a:fillRect/>
          </a:stretch>
        </p:blipFill>
        <p:spPr>
          <a:xfrm>
            <a:off x="5715000" y="0"/>
            <a:ext cx="6477000" cy="6858000"/>
          </a:xfrm>
          <a:prstGeom prst="rect">
            <a:avLst/>
          </a:prstGeom>
        </p:spPr>
      </p:pic>
      <p:sp>
        <p:nvSpPr>
          <p:cNvPr id="2" name="矩形 1">
            <a:extLst>
              <a:ext uri="{FF2B5EF4-FFF2-40B4-BE49-F238E27FC236}">
                <a16:creationId xmlns:a16="http://schemas.microsoft.com/office/drawing/2014/main" id="{91B01F51-1BDE-41FB-B121-635E70D8A399}"/>
              </a:ext>
            </a:extLst>
          </p:cNvPr>
          <p:cNvSpPr>
            <a:spLocks noGrp="1"/>
          </p:cNvSpPr>
          <p:nvPr/>
        </p:nvSpPr>
        <p:spPr>
          <a:xfrm>
            <a:off x="0" y="0"/>
            <a:ext cx="7239000" cy="6858000"/>
          </a:xfrm>
          <a:prstGeom prst="rect">
            <a:avLst/>
          </a:prstGeom>
          <a:solidFill>
            <a:srgbClr val="FBFAF6"/>
          </a:solidFill>
          <a:ln w="0">
            <a:noFill/>
          </a:ln>
        </p:spPr>
        <p:txBody>
          <a:bodyPr/>
          <a:lstStyle/>
          <a:p>
            <a:endParaRPr lang="zh-CN" altLang="en-US"/>
          </a:p>
        </p:txBody>
      </p:sp>
      <p:sp>
        <p:nvSpPr>
          <p:cNvPr id="4" name="矩形 3">
            <a:extLst>
              <a:ext uri="{FF2B5EF4-FFF2-40B4-BE49-F238E27FC236}">
                <a16:creationId xmlns:a16="http://schemas.microsoft.com/office/drawing/2014/main" id="{F09DBF69-72B1-4E15-B45C-735E32A57D1F}"/>
              </a:ext>
            </a:extLst>
          </p:cNvPr>
          <p:cNvSpPr>
            <a:spLocks noGrp="1"/>
          </p:cNvSpPr>
          <p:nvPr/>
        </p:nvSpPr>
        <p:spPr>
          <a:xfrm>
            <a:off x="609600" y="1676400"/>
            <a:ext cx="228600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ITERATION 2</a:t>
            </a:r>
          </a:p>
        </p:txBody>
      </p:sp>
      <p:sp>
        <p:nvSpPr>
          <p:cNvPr id="5" name="矩形 4">
            <a:extLst>
              <a:ext uri="{FF2B5EF4-FFF2-40B4-BE49-F238E27FC236}">
                <a16:creationId xmlns:a16="http://schemas.microsoft.com/office/drawing/2014/main" id="{B610210F-4EE4-46F4-8482-679D8981C5B8}"/>
              </a:ext>
            </a:extLst>
          </p:cNvPr>
          <p:cNvSpPr>
            <a:spLocks noGrp="1"/>
          </p:cNvSpPr>
          <p:nvPr/>
        </p:nvSpPr>
        <p:spPr>
          <a:xfrm>
            <a:off x="609600" y="2000250"/>
            <a:ext cx="4953000" cy="590550"/>
          </a:xfrm>
          <a:prstGeom prst="rect">
            <a:avLst/>
          </a:prstGeom>
          <a:noFill/>
          <a:ln w="0">
            <a:noFill/>
          </a:ln>
        </p:spPr>
        <p:txBody>
          <a:bodyPr anchor="t">
            <a:normAutofit fontScale="90972" lnSpcReduction="10000"/>
          </a:bodyPr>
          <a:lstStyle/>
          <a:p>
            <a:pPr>
              <a:defRPr sz="3600" b="1">
                <a:solidFill>
                  <a:srgbClr val="17211D"/>
                </a:solidFill>
                <a:latin typeface="Aptos"/>
                <a:ea typeface="Aptos"/>
                <a:cs typeface="Aptos"/>
              </a:defRPr>
            </a:pPr>
            <a:r>
              <a:rPr sz="3600" b="1">
                <a:solidFill>
                  <a:srgbClr val="17211D"/>
                </a:solidFill>
                <a:latin typeface="Aptos"/>
                <a:ea typeface="Aptos"/>
                <a:cs typeface="Aptos"/>
              </a:rPr>
              <a:t>Product Discovery</a:t>
            </a:r>
          </a:p>
        </p:txBody>
      </p:sp>
      <p:sp>
        <p:nvSpPr>
          <p:cNvPr id="6" name="矩形 5">
            <a:extLst>
              <a:ext uri="{FF2B5EF4-FFF2-40B4-BE49-F238E27FC236}">
                <a16:creationId xmlns:a16="http://schemas.microsoft.com/office/drawing/2014/main" id="{E0F67DB1-2B05-4FA5-AA08-9258816E763D}"/>
              </a:ext>
            </a:extLst>
          </p:cNvPr>
          <p:cNvSpPr>
            <a:spLocks noGrp="1"/>
          </p:cNvSpPr>
          <p:nvPr/>
        </p:nvSpPr>
        <p:spPr>
          <a:xfrm>
            <a:off x="609600" y="2762250"/>
            <a:ext cx="4476750" cy="838200"/>
          </a:xfrm>
          <a:prstGeom prst="rect">
            <a:avLst/>
          </a:prstGeom>
          <a:noFill/>
          <a:ln w="0">
            <a:noFill/>
          </a:ln>
        </p:spPr>
        <p:txBody>
          <a:bodyPr anchor="t">
            <a:normAutofit/>
          </a:bodyPr>
          <a:lstStyle/>
          <a:p>
            <a:pPr>
              <a:defRPr sz="1800" b="0">
                <a:solidFill>
                  <a:srgbClr val="66706B"/>
                </a:solidFill>
                <a:latin typeface="Aptos"/>
                <a:ea typeface="Aptos"/>
                <a:cs typeface="Aptos"/>
              </a:defRPr>
            </a:pPr>
            <a:r>
              <a:rPr sz="1800" b="0">
                <a:solidFill>
                  <a:srgbClr val="66706B"/>
                </a:solidFill>
                <a:latin typeface="Aptos"/>
                <a:ea typeface="Aptos"/>
                <a:cs typeface="Aptos"/>
              </a:rPr>
              <a:t>Inventory insight that improves shopping decisions and makes progress visible</a:t>
            </a:r>
          </a:p>
        </p:txBody>
      </p:sp>
      <p:sp>
        <p:nvSpPr>
          <p:cNvPr id="7" name="矩形 6">
            <a:extLst>
              <a:ext uri="{FF2B5EF4-FFF2-40B4-BE49-F238E27FC236}">
                <a16:creationId xmlns:a16="http://schemas.microsoft.com/office/drawing/2014/main" id="{FA24BCB8-D951-4088-B955-012DDED7CA08}"/>
              </a:ext>
            </a:extLst>
          </p:cNvPr>
          <p:cNvSpPr>
            <a:spLocks noGrp="1"/>
          </p:cNvSpPr>
          <p:nvPr/>
        </p:nvSpPr>
        <p:spPr>
          <a:xfrm>
            <a:off x="609600" y="4095750"/>
            <a:ext cx="4095750" cy="9525"/>
          </a:xfrm>
          <a:prstGeom prst="rect">
            <a:avLst/>
          </a:prstGeom>
          <a:solidFill>
            <a:srgbClr val="D7D8D1"/>
          </a:solidFill>
          <a:ln w="0">
            <a:noFill/>
          </a:ln>
        </p:spPr>
        <p:txBody>
          <a:bodyPr/>
          <a:lstStyle/>
          <a:p>
            <a:endParaRPr lang="zh-CN" altLang="en-US"/>
          </a:p>
        </p:txBody>
      </p:sp>
      <p:sp>
        <p:nvSpPr>
          <p:cNvPr id="8" name="矩形 7">
            <a:extLst>
              <a:ext uri="{FF2B5EF4-FFF2-40B4-BE49-F238E27FC236}">
                <a16:creationId xmlns:a16="http://schemas.microsoft.com/office/drawing/2014/main" id="{F24CE2DA-1CA7-4C62-A810-3E42329EBB46}"/>
              </a:ext>
            </a:extLst>
          </p:cNvPr>
          <p:cNvSpPr>
            <a:spLocks noGrp="1"/>
          </p:cNvSpPr>
          <p:nvPr/>
        </p:nvSpPr>
        <p:spPr>
          <a:xfrm>
            <a:off x="609600" y="4305300"/>
            <a:ext cx="4381500" cy="266700"/>
          </a:xfrm>
          <a:prstGeom prst="rect">
            <a:avLst/>
          </a:prstGeom>
          <a:noFill/>
          <a:ln w="0">
            <a:noFill/>
          </a:ln>
        </p:spPr>
        <p:txBody>
          <a:bodyPr anchor="t">
            <a:normAutofit/>
          </a:bodyPr>
          <a:lstStyle/>
          <a:p>
            <a:pPr>
              <a:defRPr sz="1125" b="0">
                <a:solidFill>
                  <a:srgbClr val="66706B"/>
                </a:solidFill>
                <a:latin typeface="Aptos"/>
                <a:ea typeface="Aptos"/>
                <a:cs typeface="Aptos"/>
              </a:defRPr>
            </a:pPr>
            <a:r>
              <a:rPr sz="1125" b="0">
                <a:solidFill>
                  <a:srgbClr val="66706B"/>
                </a:solidFill>
                <a:latin typeface="Aptos"/>
                <a:ea typeface="Aptos"/>
                <a:cs typeface="Aptos"/>
              </a:rPr>
              <a:t>KitchMemo   FIT5120   2026 Semester 2</a:t>
            </a:r>
          </a:p>
        </p:txBody>
      </p:sp>
      <p:sp>
        <p:nvSpPr>
          <p:cNvPr id="9" name="矩形 8">
            <a:extLst>
              <a:ext uri="{FF2B5EF4-FFF2-40B4-BE49-F238E27FC236}">
                <a16:creationId xmlns:a16="http://schemas.microsoft.com/office/drawing/2014/main" id="{79543B84-E748-4D8A-B38E-36F552D3EF79}"/>
              </a:ext>
            </a:extLst>
          </p:cNvPr>
          <p:cNvSpPr>
            <a:spLocks noGrp="1"/>
          </p:cNvSpPr>
          <p:nvPr/>
        </p:nvSpPr>
        <p:spPr>
          <a:xfrm>
            <a:off x="8715375" y="6534150"/>
            <a:ext cx="2857500" cy="152400"/>
          </a:xfrm>
          <a:prstGeom prst="rect">
            <a:avLst/>
          </a:prstGeom>
          <a:noFill/>
          <a:ln w="0">
            <a:noFill/>
          </a:ln>
        </p:spPr>
        <p:txBody>
          <a:bodyPr anchor="t">
            <a:normAutofit fontScale="53333" lnSpcReduction="20000"/>
          </a:bodyPr>
          <a:lstStyle/>
          <a:p>
            <a:pPr>
              <a:defRPr sz="750" b="0">
                <a:solidFill>
                  <a:srgbClr val="FFFFFF"/>
                </a:solidFill>
                <a:latin typeface="Aptos"/>
                <a:ea typeface="Aptos"/>
                <a:cs typeface="Aptos"/>
              </a:defRPr>
            </a:pPr>
            <a:r>
              <a:rPr sz="750" b="0">
                <a:solidFill>
                  <a:srgbClr val="FFFFFF"/>
                </a:solidFill>
                <a:latin typeface="Aptos"/>
                <a:ea typeface="Aptos"/>
                <a:cs typeface="Aptos"/>
              </a:rPr>
              <a:t>Concept image. Not a research participant.</a:t>
            </a:r>
          </a:p>
        </p:txBody>
      </p:sp>
    </p:spTree>
    <p:extLst>
      <p:ext uri="{BB962C8B-B14F-4D97-AF65-F5344CB8AC3E}">
        <p14:creationId xmlns:p14="http://schemas.microsoft.com/office/powerpoint/2010/main" val="860239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06BC84EC-E61C-4202-8E28-34BD14A6B0DE}"/>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PROBLEM STATEMENT</a:t>
            </a:r>
          </a:p>
        </p:txBody>
      </p:sp>
      <p:sp>
        <p:nvSpPr>
          <p:cNvPr id="2" name="矩形 1">
            <a:extLst>
              <a:ext uri="{FF2B5EF4-FFF2-40B4-BE49-F238E27FC236}">
                <a16:creationId xmlns:a16="http://schemas.microsoft.com/office/drawing/2014/main" id="{5A7D72EE-5A47-4C48-BA99-7F496E759FEE}"/>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The problem remains current</a:t>
            </a:r>
          </a:p>
        </p:txBody>
      </p:sp>
      <p:sp>
        <p:nvSpPr>
          <p:cNvPr id="3" name="矩形 2">
            <a:extLst>
              <a:ext uri="{FF2B5EF4-FFF2-40B4-BE49-F238E27FC236}">
                <a16:creationId xmlns:a16="http://schemas.microsoft.com/office/drawing/2014/main" id="{0D8193D8-7DD0-4585-85D2-84577A0FE5F4}"/>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02</a:t>
            </a:r>
          </a:p>
        </p:txBody>
      </p:sp>
      <p:sp>
        <p:nvSpPr>
          <p:cNvPr id="4" name="矩形 3">
            <a:extLst>
              <a:ext uri="{FF2B5EF4-FFF2-40B4-BE49-F238E27FC236}">
                <a16:creationId xmlns:a16="http://schemas.microsoft.com/office/drawing/2014/main" id="{990335B0-C3CD-45DE-84A8-404FF655B267}"/>
              </a:ext>
            </a:extLst>
          </p:cNvPr>
          <p:cNvSpPr>
            <a:spLocks noGrp="1"/>
          </p:cNvSpPr>
          <p:nvPr/>
        </p:nvSpPr>
        <p:spPr>
          <a:xfrm>
            <a:off x="609600" y="1352550"/>
            <a:ext cx="6572250" cy="800100"/>
          </a:xfrm>
          <a:prstGeom prst="rect">
            <a:avLst/>
          </a:prstGeom>
          <a:noFill/>
          <a:ln w="0">
            <a:noFill/>
          </a:ln>
        </p:spPr>
        <p:txBody>
          <a:bodyPr anchor="t">
            <a:normAutofit fontScale="92500"/>
          </a:bodyPr>
          <a:lstStyle/>
          <a:p>
            <a:pPr>
              <a:defRPr sz="2100" b="1">
                <a:solidFill>
                  <a:srgbClr val="17211D"/>
                </a:solidFill>
                <a:latin typeface="Aptos"/>
                <a:ea typeface="Aptos"/>
                <a:cs typeface="Aptos"/>
              </a:defRPr>
            </a:pPr>
            <a:r>
              <a:rPr sz="2100" b="1">
                <a:solidFill>
                  <a:srgbClr val="17211D"/>
                </a:solidFill>
                <a:latin typeface="Aptos"/>
                <a:ea typeface="Aptos"/>
                <a:cs typeface="Aptos"/>
              </a:rPr>
              <a:t>Young households lose food and money when shopping decisions happen without a reliable view of home stock.</a:t>
            </a:r>
          </a:p>
        </p:txBody>
      </p:sp>
      <p:sp>
        <p:nvSpPr>
          <p:cNvPr id="5" name="矩形: 圆角 4">
            <a:extLst>
              <a:ext uri="{FF2B5EF4-FFF2-40B4-BE49-F238E27FC236}">
                <a16:creationId xmlns:a16="http://schemas.microsoft.com/office/drawing/2014/main" id="{CDB7C618-7D5A-4D60-9412-0E16D1ADF2E9}"/>
              </a:ext>
            </a:extLst>
          </p:cNvPr>
          <p:cNvSpPr>
            <a:spLocks noGrp="1"/>
          </p:cNvSpPr>
          <p:nvPr/>
        </p:nvSpPr>
        <p:spPr>
          <a:xfrm>
            <a:off x="609600" y="2457450"/>
            <a:ext cx="6667500" cy="2476500"/>
          </a:xfrm>
          <a:prstGeom prst="roundRect">
            <a:avLst>
              <a:gd name="adj" fmla="val 3077"/>
            </a:avLst>
          </a:prstGeom>
          <a:solidFill>
            <a:srgbClr val="F4F0E7"/>
          </a:solidFill>
          <a:ln w="0">
            <a:noFill/>
          </a:ln>
        </p:spPr>
        <p:txBody>
          <a:bodyPr/>
          <a:lstStyle/>
          <a:p>
            <a:endParaRPr lang="zh-CN" altLang="en-US"/>
          </a:p>
        </p:txBody>
      </p:sp>
      <p:sp>
        <p:nvSpPr>
          <p:cNvPr id="6" name="矩形 5">
            <a:extLst>
              <a:ext uri="{FF2B5EF4-FFF2-40B4-BE49-F238E27FC236}">
                <a16:creationId xmlns:a16="http://schemas.microsoft.com/office/drawing/2014/main" id="{D9CF8384-F590-46A9-B1A1-CDB08E7BE418}"/>
              </a:ext>
            </a:extLst>
          </p:cNvPr>
          <p:cNvSpPr>
            <a:spLocks noGrp="1"/>
          </p:cNvSpPr>
          <p:nvPr/>
        </p:nvSpPr>
        <p:spPr>
          <a:xfrm>
            <a:off x="895350" y="2781300"/>
            <a:ext cx="6048375" cy="1200150"/>
          </a:xfrm>
          <a:prstGeom prst="rect">
            <a:avLst/>
          </a:prstGeom>
          <a:noFill/>
          <a:ln w="0">
            <a:noFill/>
          </a:ln>
        </p:spPr>
        <p:txBody>
          <a:bodyPr anchor="t">
            <a:normAutofit/>
          </a:bodyPr>
          <a:lstStyle/>
          <a:p>
            <a:pPr>
              <a:defRPr sz="1800" b="0">
                <a:solidFill>
                  <a:srgbClr val="17211D"/>
                </a:solidFill>
                <a:latin typeface="Aptos"/>
                <a:ea typeface="Aptos"/>
                <a:cs typeface="Aptos"/>
              </a:defRPr>
            </a:pPr>
            <a:r>
              <a:rPr sz="1800" b="0">
                <a:solidFill>
                  <a:srgbClr val="17211D"/>
                </a:solidFill>
                <a:latin typeface="Aptos"/>
                <a:ea typeface="Aptos"/>
                <a:cs typeface="Aptos"/>
              </a:rPr>
              <a:t>A 2026 Australian news story recommends checking the pantry, fridge and freezer before shopping. Experts estimate that households discard food worth about AUD 2,500–3,000 each year.</a:t>
            </a:r>
          </a:p>
        </p:txBody>
      </p:sp>
      <p:sp>
        <p:nvSpPr>
          <p:cNvPr id="7" name="矩形 6">
            <a:extLst>
              <a:ext uri="{FF2B5EF4-FFF2-40B4-BE49-F238E27FC236}">
                <a16:creationId xmlns:a16="http://schemas.microsoft.com/office/drawing/2014/main" id="{9C13E497-8144-451F-A33E-5D323615326B}"/>
              </a:ext>
            </a:extLst>
          </p:cNvPr>
          <p:cNvSpPr>
            <a:spLocks noGrp="1"/>
          </p:cNvSpPr>
          <p:nvPr/>
        </p:nvSpPr>
        <p:spPr>
          <a:xfrm>
            <a:off x="895350" y="4114800"/>
            <a:ext cx="5905500" cy="55245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dirty="0">
                <a:solidFill>
                  <a:srgbClr val="66706B"/>
                </a:solidFill>
                <a:latin typeface="Aptos"/>
                <a:ea typeface="Aptos"/>
                <a:cs typeface="Aptos"/>
              </a:rPr>
              <a:t>That advice depends on memory and manual checking. </a:t>
            </a:r>
            <a:r>
              <a:rPr sz="1350" b="0" dirty="0" err="1">
                <a:solidFill>
                  <a:srgbClr val="66706B"/>
                </a:solidFill>
                <a:latin typeface="Aptos"/>
                <a:ea typeface="Aptos"/>
                <a:cs typeface="Aptos"/>
              </a:rPr>
              <a:t>KitchMemo</a:t>
            </a:r>
            <a:r>
              <a:rPr sz="1350" b="0" dirty="0">
                <a:solidFill>
                  <a:srgbClr val="66706B"/>
                </a:solidFill>
                <a:latin typeface="Aptos"/>
                <a:ea typeface="Aptos"/>
                <a:cs typeface="Aptos"/>
              </a:rPr>
              <a:t> keeps the household view available when the decision occurs.</a:t>
            </a:r>
          </a:p>
        </p:txBody>
      </p:sp>
      <p:sp>
        <p:nvSpPr>
          <p:cNvPr id="8" name="矩形: 圆角 7">
            <a:extLst>
              <a:ext uri="{FF2B5EF4-FFF2-40B4-BE49-F238E27FC236}">
                <a16:creationId xmlns:a16="http://schemas.microsoft.com/office/drawing/2014/main" id="{64C3B3C3-4AA6-4F91-9EC1-12FAD8BBB123}"/>
              </a:ext>
            </a:extLst>
          </p:cNvPr>
          <p:cNvSpPr>
            <a:spLocks noGrp="1"/>
          </p:cNvSpPr>
          <p:nvPr/>
        </p:nvSpPr>
        <p:spPr>
          <a:xfrm>
            <a:off x="7858125" y="1428750"/>
            <a:ext cx="3381375" cy="3762375"/>
          </a:xfrm>
          <a:prstGeom prst="roundRect">
            <a:avLst>
              <a:gd name="adj" fmla="val 2254"/>
            </a:avLst>
          </a:prstGeom>
          <a:solidFill>
            <a:srgbClr val="667B64"/>
          </a:solidFill>
          <a:ln w="0">
            <a:noFill/>
          </a:ln>
        </p:spPr>
        <p:txBody>
          <a:bodyPr/>
          <a:lstStyle/>
          <a:p>
            <a:endParaRPr lang="zh-CN" altLang="en-US"/>
          </a:p>
        </p:txBody>
      </p:sp>
      <p:sp>
        <p:nvSpPr>
          <p:cNvPr id="9" name="矩形 8">
            <a:extLst>
              <a:ext uri="{FF2B5EF4-FFF2-40B4-BE49-F238E27FC236}">
                <a16:creationId xmlns:a16="http://schemas.microsoft.com/office/drawing/2014/main" id="{23E9F6EA-0F6D-44C1-81CC-B407AE8A6CB3}"/>
              </a:ext>
            </a:extLst>
          </p:cNvPr>
          <p:cNvSpPr>
            <a:spLocks noGrp="1"/>
          </p:cNvSpPr>
          <p:nvPr/>
        </p:nvSpPr>
        <p:spPr>
          <a:xfrm>
            <a:off x="8172450" y="1733550"/>
            <a:ext cx="2762250" cy="304800"/>
          </a:xfrm>
          <a:prstGeom prst="rect">
            <a:avLst/>
          </a:prstGeom>
          <a:noFill/>
          <a:ln w="0">
            <a:noFill/>
          </a:ln>
        </p:spPr>
        <p:txBody>
          <a:bodyPr anchor="t">
            <a:normAutofit/>
          </a:bodyPr>
          <a:lstStyle/>
          <a:p>
            <a:pPr>
              <a:defRPr sz="1200" b="1">
                <a:solidFill>
                  <a:srgbClr val="FFFFFF"/>
                </a:solidFill>
                <a:latin typeface="Aptos"/>
                <a:ea typeface="Aptos"/>
                <a:cs typeface="Aptos"/>
              </a:defRPr>
            </a:pPr>
            <a:r>
              <a:rPr sz="1200" b="1">
                <a:solidFill>
                  <a:srgbClr val="FFFFFF"/>
                </a:solidFill>
                <a:latin typeface="Aptos"/>
                <a:ea typeface="Aptos"/>
                <a:cs typeface="Aptos"/>
              </a:rPr>
              <a:t>Our opportunity</a:t>
            </a:r>
          </a:p>
        </p:txBody>
      </p:sp>
      <p:sp>
        <p:nvSpPr>
          <p:cNvPr id="10" name="矩形 9">
            <a:extLst>
              <a:ext uri="{FF2B5EF4-FFF2-40B4-BE49-F238E27FC236}">
                <a16:creationId xmlns:a16="http://schemas.microsoft.com/office/drawing/2014/main" id="{AC34B90D-2BB3-4A26-A49E-57748873E7BE}"/>
              </a:ext>
            </a:extLst>
          </p:cNvPr>
          <p:cNvSpPr>
            <a:spLocks noGrp="1"/>
          </p:cNvSpPr>
          <p:nvPr/>
        </p:nvSpPr>
        <p:spPr>
          <a:xfrm>
            <a:off x="8172450" y="2324100"/>
            <a:ext cx="2762250" cy="304800"/>
          </a:xfrm>
          <a:prstGeom prst="rect">
            <a:avLst/>
          </a:prstGeom>
          <a:noFill/>
          <a:ln w="0">
            <a:noFill/>
          </a:ln>
        </p:spPr>
        <p:txBody>
          <a:bodyPr anchor="t">
            <a:normAutofit fontScale="82167" lnSpcReduction="10000"/>
          </a:bodyPr>
          <a:lstStyle/>
          <a:p>
            <a:pPr>
              <a:defRPr sz="1875" b="1">
                <a:solidFill>
                  <a:srgbClr val="FFFFFF"/>
                </a:solidFill>
                <a:latin typeface="Aptos"/>
                <a:ea typeface="Aptos"/>
                <a:cs typeface="Aptos"/>
              </a:defRPr>
            </a:pPr>
            <a:r>
              <a:rPr sz="1875" b="1">
                <a:solidFill>
                  <a:srgbClr val="FFFFFF"/>
                </a:solidFill>
                <a:latin typeface="Aptos"/>
                <a:ea typeface="Aptos"/>
                <a:cs typeface="Aptos"/>
              </a:rPr>
              <a:t>Before shopping</a:t>
            </a:r>
          </a:p>
        </p:txBody>
      </p:sp>
      <p:sp>
        <p:nvSpPr>
          <p:cNvPr id="11" name="矩形 10">
            <a:extLst>
              <a:ext uri="{FF2B5EF4-FFF2-40B4-BE49-F238E27FC236}">
                <a16:creationId xmlns:a16="http://schemas.microsoft.com/office/drawing/2014/main" id="{1FFC94C5-6FEC-40E5-931C-C4A2C0272569}"/>
              </a:ext>
            </a:extLst>
          </p:cNvPr>
          <p:cNvSpPr>
            <a:spLocks noGrp="1"/>
          </p:cNvSpPr>
          <p:nvPr/>
        </p:nvSpPr>
        <p:spPr>
          <a:xfrm>
            <a:off x="8172450" y="2686050"/>
            <a:ext cx="2571750" cy="628650"/>
          </a:xfrm>
          <a:prstGeom prst="rect">
            <a:avLst/>
          </a:prstGeom>
          <a:noFill/>
          <a:ln w="0">
            <a:noFill/>
          </a:ln>
        </p:spPr>
        <p:txBody>
          <a:bodyPr anchor="t">
            <a:normAutofit/>
          </a:bodyPr>
          <a:lstStyle/>
          <a:p>
            <a:pPr>
              <a:defRPr sz="1350" b="0">
                <a:solidFill>
                  <a:srgbClr val="FFFFFF"/>
                </a:solidFill>
                <a:latin typeface="Aptos"/>
                <a:ea typeface="Aptos"/>
                <a:cs typeface="Aptos"/>
              </a:defRPr>
            </a:pPr>
            <a:r>
              <a:rPr sz="1350" b="0">
                <a:solidFill>
                  <a:srgbClr val="FFFFFF"/>
                </a:solidFill>
                <a:latin typeface="Aptos"/>
                <a:ea typeface="Aptos"/>
                <a:cs typeface="Aptos"/>
              </a:rPr>
              <a:t>Show what is already available and what should be used first.</a:t>
            </a:r>
          </a:p>
        </p:txBody>
      </p:sp>
      <p:sp>
        <p:nvSpPr>
          <p:cNvPr id="12" name="矩形 11">
            <a:extLst>
              <a:ext uri="{FF2B5EF4-FFF2-40B4-BE49-F238E27FC236}">
                <a16:creationId xmlns:a16="http://schemas.microsoft.com/office/drawing/2014/main" id="{33224B34-323F-4B67-BA73-17013241C2B9}"/>
              </a:ext>
            </a:extLst>
          </p:cNvPr>
          <p:cNvSpPr>
            <a:spLocks noGrp="1"/>
          </p:cNvSpPr>
          <p:nvPr/>
        </p:nvSpPr>
        <p:spPr>
          <a:xfrm>
            <a:off x="8172450" y="3600450"/>
            <a:ext cx="2762250" cy="304800"/>
          </a:xfrm>
          <a:prstGeom prst="rect">
            <a:avLst/>
          </a:prstGeom>
          <a:noFill/>
          <a:ln w="0">
            <a:noFill/>
          </a:ln>
        </p:spPr>
        <p:txBody>
          <a:bodyPr anchor="t">
            <a:normAutofit fontScale="82167" lnSpcReduction="10000"/>
          </a:bodyPr>
          <a:lstStyle/>
          <a:p>
            <a:pPr>
              <a:defRPr sz="1875" b="1">
                <a:solidFill>
                  <a:srgbClr val="FFFFFF"/>
                </a:solidFill>
                <a:latin typeface="Aptos"/>
                <a:ea typeface="Aptos"/>
                <a:cs typeface="Aptos"/>
              </a:defRPr>
            </a:pPr>
            <a:r>
              <a:rPr sz="1875" b="1">
                <a:solidFill>
                  <a:srgbClr val="FFFFFF"/>
                </a:solidFill>
                <a:latin typeface="Aptos"/>
                <a:ea typeface="Aptos"/>
                <a:cs typeface="Aptos"/>
              </a:rPr>
              <a:t>During shopping</a:t>
            </a:r>
          </a:p>
        </p:txBody>
      </p:sp>
      <p:sp>
        <p:nvSpPr>
          <p:cNvPr id="13" name="矩形 12">
            <a:extLst>
              <a:ext uri="{FF2B5EF4-FFF2-40B4-BE49-F238E27FC236}">
                <a16:creationId xmlns:a16="http://schemas.microsoft.com/office/drawing/2014/main" id="{452C4A14-B2A0-4420-A3B1-984BAB12EBFF}"/>
              </a:ext>
            </a:extLst>
          </p:cNvPr>
          <p:cNvSpPr>
            <a:spLocks noGrp="1"/>
          </p:cNvSpPr>
          <p:nvPr/>
        </p:nvSpPr>
        <p:spPr>
          <a:xfrm>
            <a:off x="8172450" y="3962400"/>
            <a:ext cx="2571750" cy="666750"/>
          </a:xfrm>
          <a:prstGeom prst="rect">
            <a:avLst/>
          </a:prstGeom>
          <a:noFill/>
          <a:ln w="0">
            <a:noFill/>
          </a:ln>
        </p:spPr>
        <p:txBody>
          <a:bodyPr anchor="t">
            <a:normAutofit fontScale="96042" lnSpcReduction="10000"/>
          </a:bodyPr>
          <a:lstStyle/>
          <a:p>
            <a:pPr>
              <a:defRPr sz="1350" b="0">
                <a:solidFill>
                  <a:srgbClr val="FFFFFF"/>
                </a:solidFill>
                <a:latin typeface="Aptos"/>
                <a:ea typeface="Aptos"/>
                <a:cs typeface="Aptos"/>
              </a:defRPr>
            </a:pPr>
            <a:r>
              <a:rPr sz="1350" b="0">
                <a:solidFill>
                  <a:srgbClr val="FFFFFF"/>
                </a:solidFill>
                <a:latin typeface="Aptos"/>
                <a:ea typeface="Aptos"/>
                <a:cs typeface="Aptos"/>
              </a:rPr>
              <a:t>Explain likely duplicates and restock needs without blocking the user.</a:t>
            </a:r>
          </a:p>
        </p:txBody>
      </p:sp>
      <p:sp>
        <p:nvSpPr>
          <p:cNvPr id="14" name="矩形 13">
            <a:extLst>
              <a:ext uri="{FF2B5EF4-FFF2-40B4-BE49-F238E27FC236}">
                <a16:creationId xmlns:a16="http://schemas.microsoft.com/office/drawing/2014/main" id="{7EECB3A0-CD66-425C-BF9E-1717392B6BDC}"/>
              </a:ext>
            </a:extLst>
          </p:cNvPr>
          <p:cNvSpPr>
            <a:spLocks noGrp="1"/>
          </p:cNvSpPr>
          <p:nvPr/>
        </p:nvSpPr>
        <p:spPr>
          <a:xfrm>
            <a:off x="609600" y="6276975"/>
            <a:ext cx="10972800" cy="9525"/>
          </a:xfrm>
          <a:prstGeom prst="rect">
            <a:avLst/>
          </a:prstGeom>
          <a:solidFill>
            <a:srgbClr val="D7D8D1"/>
          </a:solidFill>
          <a:ln w="0">
            <a:noFill/>
          </a:ln>
        </p:spPr>
        <p:txBody>
          <a:bodyPr/>
          <a:lstStyle/>
          <a:p>
            <a:endParaRPr lang="zh-CN" altLang="en-US"/>
          </a:p>
        </p:txBody>
      </p:sp>
      <p:sp>
        <p:nvSpPr>
          <p:cNvPr id="15" name="矩形 14">
            <a:extLst>
              <a:ext uri="{FF2B5EF4-FFF2-40B4-BE49-F238E27FC236}">
                <a16:creationId xmlns:a16="http://schemas.microsoft.com/office/drawing/2014/main" id="{A78DB40F-9F94-449A-A2ED-CCE2B3665831}"/>
              </a:ext>
            </a:extLst>
          </p:cNvPr>
          <p:cNvSpPr>
            <a:spLocks noGrp="1"/>
          </p:cNvSpPr>
          <p:nvPr/>
        </p:nvSpPr>
        <p:spPr>
          <a:xfrm>
            <a:off x="609600" y="6343650"/>
            <a:ext cx="10287000" cy="190500"/>
          </a:xfrm>
          <a:prstGeom prst="rect">
            <a:avLst/>
          </a:prstGeom>
          <a:noFill/>
          <a:ln w="0">
            <a:noFill/>
          </a:ln>
        </p:spPr>
        <p:txBody>
          <a:bodyPr anchor="t">
            <a:noAutofit/>
          </a:bodyPr>
          <a:lstStyle/>
          <a:p>
            <a:r>
              <a:rPr lang="en-US" altLang="zh-CN" sz="1400" dirty="0"/>
              <a:t>ABC News. Small habits that can lower your grocery bill. 28 May 2026. https://www.abc.net.au/news/2026-05-28/shopping-habits-to-reduce-grocery-costs/106690004</a:t>
            </a:r>
          </a:p>
        </p:txBody>
      </p:sp>
    </p:spTree>
    <p:extLst>
      <p:ext uri="{BB962C8B-B14F-4D97-AF65-F5344CB8AC3E}">
        <p14:creationId xmlns:p14="http://schemas.microsoft.com/office/powerpoint/2010/main" val="1007200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62DEFC6D-89F6-4E3E-80B5-7DA9A68C9873}"/>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EVIDENCE AND SDG</a:t>
            </a:r>
          </a:p>
        </p:txBody>
      </p:sp>
      <p:sp>
        <p:nvSpPr>
          <p:cNvPr id="2" name="矩形 1">
            <a:extLst>
              <a:ext uri="{FF2B5EF4-FFF2-40B4-BE49-F238E27FC236}">
                <a16:creationId xmlns:a16="http://schemas.microsoft.com/office/drawing/2014/main" id="{04AF0506-7BDA-418F-B8A5-119BA444AB0E}"/>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Young households carry the highest measured burden</a:t>
            </a:r>
          </a:p>
        </p:txBody>
      </p:sp>
      <p:sp>
        <p:nvSpPr>
          <p:cNvPr id="3" name="矩形 2">
            <a:extLst>
              <a:ext uri="{FF2B5EF4-FFF2-40B4-BE49-F238E27FC236}">
                <a16:creationId xmlns:a16="http://schemas.microsoft.com/office/drawing/2014/main" id="{FDD2FAF4-77A3-41FC-B0FF-410537B53166}"/>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03</a:t>
            </a:r>
          </a:p>
        </p:txBody>
      </p:sp>
      <p:graphicFrame>
        <p:nvGraphicFramePr>
          <p:cNvPr id="18" name="Chart"/>
          <p:cNvGraphicFramePr/>
          <p:nvPr>
            <p:extLst>
              <p:ext uri="{D42A27DB-BD31-4B8C-83A1-F6EECF244321}">
                <p14:modId xmlns:p14="http://schemas.microsoft.com/office/powerpoint/2010/main" val="3600646072"/>
              </p:ext>
            </p:extLst>
          </p:nvPr>
        </p:nvGraphicFramePr>
        <p:xfrm>
          <a:off x="609599" y="1485899"/>
          <a:ext cx="5781675" cy="3952875"/>
        </p:xfrm>
        <a:graphic>
          <a:graphicData uri="http://schemas.openxmlformats.org/drawingml/2006/chart">
            <c:chart xmlns:c="http://schemas.openxmlformats.org/drawingml/2006/chart" xmlns:r="http://schemas.openxmlformats.org/officeDocument/2006/relationships" r:id="rId3"/>
          </a:graphicData>
        </a:graphic>
      </p:graphicFrame>
      <p:sp>
        <p:nvSpPr>
          <p:cNvPr id="5" name="矩形 4">
            <a:extLst>
              <a:ext uri="{FF2B5EF4-FFF2-40B4-BE49-F238E27FC236}">
                <a16:creationId xmlns:a16="http://schemas.microsoft.com/office/drawing/2014/main" id="{2C5CA9E5-0026-4479-942F-7B38D8B8523D}"/>
              </a:ext>
            </a:extLst>
          </p:cNvPr>
          <p:cNvSpPr>
            <a:spLocks noGrp="1"/>
          </p:cNvSpPr>
          <p:nvPr/>
        </p:nvSpPr>
        <p:spPr>
          <a:xfrm>
            <a:off x="6629400" y="1543050"/>
            <a:ext cx="3905250" cy="628650"/>
          </a:xfrm>
          <a:prstGeom prst="rect">
            <a:avLst/>
          </a:prstGeom>
          <a:noFill/>
          <a:ln w="0">
            <a:noFill/>
          </a:ln>
        </p:spPr>
        <p:txBody>
          <a:bodyPr anchor="t">
            <a:normAutofit/>
          </a:bodyPr>
          <a:lstStyle/>
          <a:p>
            <a:pPr>
              <a:defRPr sz="3300" b="1">
                <a:solidFill>
                  <a:srgbClr val="C86F55"/>
                </a:solidFill>
                <a:latin typeface="Aptos"/>
                <a:ea typeface="Aptos"/>
                <a:cs typeface="Aptos"/>
              </a:defRPr>
            </a:pPr>
            <a:r>
              <a:rPr sz="3300" b="1">
                <a:solidFill>
                  <a:srgbClr val="C86F55"/>
                </a:solidFill>
                <a:latin typeface="Aptos"/>
                <a:ea typeface="Aptos"/>
                <a:cs typeface="Aptos"/>
              </a:rPr>
              <a:t>113 kg</a:t>
            </a:r>
          </a:p>
        </p:txBody>
      </p:sp>
      <p:sp>
        <p:nvSpPr>
          <p:cNvPr id="6" name="矩形 5">
            <a:extLst>
              <a:ext uri="{FF2B5EF4-FFF2-40B4-BE49-F238E27FC236}">
                <a16:creationId xmlns:a16="http://schemas.microsoft.com/office/drawing/2014/main" id="{0B7FF7F7-B4B9-449A-9D3C-8C332EC92056}"/>
              </a:ext>
            </a:extLst>
          </p:cNvPr>
          <p:cNvSpPr>
            <a:spLocks noGrp="1"/>
          </p:cNvSpPr>
          <p:nvPr/>
        </p:nvSpPr>
        <p:spPr>
          <a:xfrm>
            <a:off x="6667500" y="2114550"/>
            <a:ext cx="3714750" cy="590550"/>
          </a:xfrm>
          <a:prstGeom prst="rect">
            <a:avLst/>
          </a:prstGeom>
          <a:noFill/>
          <a:ln w="0">
            <a:noFill/>
          </a:ln>
        </p:spPr>
        <p:txBody>
          <a:bodyPr anchor="t">
            <a:normAutofit/>
          </a:bodyPr>
          <a:lstStyle/>
          <a:p>
            <a:pPr>
              <a:defRPr sz="1500" b="0">
                <a:solidFill>
                  <a:srgbClr val="17211D"/>
                </a:solidFill>
                <a:latin typeface="Aptos"/>
                <a:ea typeface="Aptos"/>
                <a:cs typeface="Aptos"/>
              </a:defRPr>
            </a:pPr>
            <a:r>
              <a:rPr sz="1500" b="0">
                <a:solidFill>
                  <a:srgbClr val="17211D"/>
                </a:solidFill>
                <a:latin typeface="Aptos"/>
                <a:ea typeface="Aptos"/>
                <a:cs typeface="Aptos"/>
              </a:rPr>
              <a:t>discarded each year by households with members under 35</a:t>
            </a:r>
          </a:p>
        </p:txBody>
      </p:sp>
      <p:sp>
        <p:nvSpPr>
          <p:cNvPr id="7" name="矩形 6">
            <a:extLst>
              <a:ext uri="{FF2B5EF4-FFF2-40B4-BE49-F238E27FC236}">
                <a16:creationId xmlns:a16="http://schemas.microsoft.com/office/drawing/2014/main" id="{0712E6F8-B34C-4B9E-B945-A7E47B4F7C0D}"/>
              </a:ext>
            </a:extLst>
          </p:cNvPr>
          <p:cNvSpPr>
            <a:spLocks noGrp="1"/>
          </p:cNvSpPr>
          <p:nvPr/>
        </p:nvSpPr>
        <p:spPr>
          <a:xfrm>
            <a:off x="6629400" y="3143250"/>
            <a:ext cx="3905250" cy="552450"/>
          </a:xfrm>
          <a:prstGeom prst="rect">
            <a:avLst/>
          </a:prstGeom>
          <a:noFill/>
          <a:ln w="0">
            <a:noFill/>
          </a:ln>
        </p:spPr>
        <p:txBody>
          <a:bodyPr anchor="t">
            <a:normAutofit/>
          </a:bodyPr>
          <a:lstStyle/>
          <a:p>
            <a:pPr>
              <a:defRPr sz="2850" b="1">
                <a:solidFill>
                  <a:srgbClr val="D99145"/>
                </a:solidFill>
                <a:latin typeface="Aptos"/>
                <a:ea typeface="Aptos"/>
                <a:cs typeface="Aptos"/>
              </a:defRPr>
            </a:pPr>
            <a:r>
              <a:rPr sz="2850" b="1">
                <a:solidFill>
                  <a:srgbClr val="D99145"/>
                </a:solidFill>
                <a:latin typeface="Aptos"/>
                <a:ea typeface="Aptos"/>
                <a:cs typeface="Aptos"/>
              </a:rPr>
              <a:t>AUD 1,503</a:t>
            </a:r>
          </a:p>
        </p:txBody>
      </p:sp>
      <p:sp>
        <p:nvSpPr>
          <p:cNvPr id="8" name="矩形 7">
            <a:extLst>
              <a:ext uri="{FF2B5EF4-FFF2-40B4-BE49-F238E27FC236}">
                <a16:creationId xmlns:a16="http://schemas.microsoft.com/office/drawing/2014/main" id="{AE870334-A702-49FF-9D2F-3F7F655705F2}"/>
              </a:ext>
            </a:extLst>
          </p:cNvPr>
          <p:cNvSpPr>
            <a:spLocks noGrp="1"/>
          </p:cNvSpPr>
          <p:nvPr/>
        </p:nvSpPr>
        <p:spPr>
          <a:xfrm>
            <a:off x="6667500" y="3676650"/>
            <a:ext cx="3714750" cy="342900"/>
          </a:xfrm>
          <a:prstGeom prst="rect">
            <a:avLst/>
          </a:prstGeom>
          <a:noFill/>
          <a:ln w="0">
            <a:noFill/>
          </a:ln>
        </p:spPr>
        <p:txBody>
          <a:bodyPr anchor="t">
            <a:normAutofit/>
          </a:bodyPr>
          <a:lstStyle/>
          <a:p>
            <a:pPr>
              <a:defRPr sz="1500" b="0">
                <a:solidFill>
                  <a:srgbClr val="17211D"/>
                </a:solidFill>
                <a:latin typeface="Aptos"/>
                <a:ea typeface="Aptos"/>
                <a:cs typeface="Aptos"/>
              </a:defRPr>
            </a:pPr>
            <a:r>
              <a:rPr sz="1500" b="0">
                <a:solidFill>
                  <a:srgbClr val="17211D"/>
                </a:solidFill>
                <a:latin typeface="Aptos"/>
                <a:ea typeface="Aptos"/>
                <a:cs typeface="Aptos"/>
              </a:rPr>
              <a:t>estimated annual value lost</a:t>
            </a:r>
          </a:p>
        </p:txBody>
      </p:sp>
      <p:sp>
        <p:nvSpPr>
          <p:cNvPr id="9" name="矩形: 圆角 8">
            <a:extLst>
              <a:ext uri="{FF2B5EF4-FFF2-40B4-BE49-F238E27FC236}">
                <a16:creationId xmlns:a16="http://schemas.microsoft.com/office/drawing/2014/main" id="{61A81BB2-219B-4AB0-A5A8-41FB6149E9F9}"/>
              </a:ext>
            </a:extLst>
          </p:cNvPr>
          <p:cNvSpPr>
            <a:spLocks noGrp="1"/>
          </p:cNvSpPr>
          <p:nvPr/>
        </p:nvSpPr>
        <p:spPr>
          <a:xfrm>
            <a:off x="6629400" y="4514850"/>
            <a:ext cx="4286250" cy="914400"/>
          </a:xfrm>
          <a:prstGeom prst="roundRect">
            <a:avLst>
              <a:gd name="adj" fmla="val 8333"/>
            </a:avLst>
          </a:prstGeom>
          <a:solidFill>
            <a:srgbClr val="F4F0E7"/>
          </a:solidFill>
          <a:ln w="0">
            <a:noFill/>
          </a:ln>
        </p:spPr>
        <p:txBody>
          <a:bodyPr/>
          <a:lstStyle/>
          <a:p>
            <a:endParaRPr lang="zh-CN" altLang="en-US"/>
          </a:p>
        </p:txBody>
      </p:sp>
      <p:sp>
        <p:nvSpPr>
          <p:cNvPr id="10" name="矩形 9">
            <a:extLst>
              <a:ext uri="{FF2B5EF4-FFF2-40B4-BE49-F238E27FC236}">
                <a16:creationId xmlns:a16="http://schemas.microsoft.com/office/drawing/2014/main" id="{05F131D9-1210-4D64-BD8F-8552CF4B799B}"/>
              </a:ext>
            </a:extLst>
          </p:cNvPr>
          <p:cNvSpPr>
            <a:spLocks noGrp="1"/>
          </p:cNvSpPr>
          <p:nvPr/>
        </p:nvSpPr>
        <p:spPr>
          <a:xfrm>
            <a:off x="6877050" y="4847682"/>
            <a:ext cx="1143000" cy="247650"/>
          </a:xfrm>
          <a:prstGeom prst="rect">
            <a:avLst/>
          </a:prstGeom>
          <a:noFill/>
          <a:ln w="0">
            <a:noFill/>
          </a:ln>
        </p:spPr>
        <p:txBody>
          <a:bodyPr anchor="t">
            <a:normAutofit fontScale="92917" lnSpcReduction="10000"/>
          </a:bodyPr>
          <a:lstStyle/>
          <a:p>
            <a:pPr>
              <a:defRPr sz="1200" b="1">
                <a:solidFill>
                  <a:srgbClr val="667B64"/>
                </a:solidFill>
                <a:latin typeface="Aptos"/>
                <a:ea typeface="Aptos"/>
                <a:cs typeface="Aptos"/>
              </a:defRPr>
            </a:pPr>
            <a:r>
              <a:rPr sz="1200" b="1" dirty="0">
                <a:solidFill>
                  <a:srgbClr val="667B64"/>
                </a:solidFill>
                <a:latin typeface="Aptos"/>
                <a:ea typeface="Aptos"/>
                <a:cs typeface="Aptos"/>
              </a:rPr>
              <a:t>SDG 1</a:t>
            </a:r>
            <a:r>
              <a:rPr lang="en-US" sz="1200" b="1" dirty="0">
                <a:solidFill>
                  <a:srgbClr val="667B64"/>
                </a:solidFill>
                <a:latin typeface="Aptos"/>
                <a:ea typeface="Aptos"/>
                <a:cs typeface="Aptos"/>
              </a:rPr>
              <a:t>3</a:t>
            </a:r>
            <a:endParaRPr sz="1200" b="1" dirty="0">
              <a:solidFill>
                <a:srgbClr val="667B64"/>
              </a:solidFill>
              <a:latin typeface="Aptos"/>
              <a:ea typeface="Aptos"/>
              <a:cs typeface="Aptos"/>
            </a:endParaRPr>
          </a:p>
        </p:txBody>
      </p:sp>
      <p:sp>
        <p:nvSpPr>
          <p:cNvPr id="11" name="矩形 10">
            <a:extLst>
              <a:ext uri="{FF2B5EF4-FFF2-40B4-BE49-F238E27FC236}">
                <a16:creationId xmlns:a16="http://schemas.microsoft.com/office/drawing/2014/main" id="{56645FBF-EBC2-4AC4-B645-51A2C116261C}"/>
              </a:ext>
            </a:extLst>
          </p:cNvPr>
          <p:cNvSpPr>
            <a:spLocks noGrp="1"/>
          </p:cNvSpPr>
          <p:nvPr/>
        </p:nvSpPr>
        <p:spPr>
          <a:xfrm>
            <a:off x="8020050" y="4686300"/>
            <a:ext cx="2619375" cy="495300"/>
          </a:xfrm>
          <a:prstGeom prst="rect">
            <a:avLst/>
          </a:prstGeom>
          <a:noFill/>
          <a:ln w="0">
            <a:noFill/>
          </a:ln>
        </p:spPr>
        <p:txBody>
          <a:bodyPr anchor="t">
            <a:normAutofit/>
          </a:bodyPr>
          <a:lstStyle/>
          <a:p>
            <a:pPr>
              <a:defRPr sz="1275" b="0">
                <a:solidFill>
                  <a:srgbClr val="17211D"/>
                </a:solidFill>
                <a:latin typeface="Aptos"/>
                <a:ea typeface="Aptos"/>
                <a:cs typeface="Aptos"/>
              </a:defRPr>
            </a:pPr>
            <a:r>
              <a:rPr sz="1275" b="0">
                <a:solidFill>
                  <a:srgbClr val="17211D"/>
                </a:solidFill>
                <a:latin typeface="Aptos"/>
                <a:ea typeface="Aptos"/>
                <a:cs typeface="Aptos"/>
              </a:rPr>
              <a:t>Reduce food waste at retail and consumer levels by 2030</a:t>
            </a:r>
          </a:p>
        </p:txBody>
      </p:sp>
      <p:sp>
        <p:nvSpPr>
          <p:cNvPr id="12" name="矩形 11">
            <a:extLst>
              <a:ext uri="{FF2B5EF4-FFF2-40B4-BE49-F238E27FC236}">
                <a16:creationId xmlns:a16="http://schemas.microsoft.com/office/drawing/2014/main" id="{6CF93E9F-0409-4162-B340-AE1DE28A4472}"/>
              </a:ext>
            </a:extLst>
          </p:cNvPr>
          <p:cNvSpPr>
            <a:spLocks noGrp="1"/>
          </p:cNvSpPr>
          <p:nvPr/>
        </p:nvSpPr>
        <p:spPr>
          <a:xfrm>
            <a:off x="567179" y="6037852"/>
            <a:ext cx="10972800" cy="9525"/>
          </a:xfrm>
          <a:prstGeom prst="rect">
            <a:avLst/>
          </a:prstGeom>
          <a:solidFill>
            <a:srgbClr val="D7D8D1"/>
          </a:solidFill>
          <a:ln w="0">
            <a:noFill/>
          </a:ln>
        </p:spPr>
        <p:txBody>
          <a:bodyPr/>
          <a:lstStyle/>
          <a:p>
            <a:endParaRPr lang="zh-CN" altLang="en-US"/>
          </a:p>
        </p:txBody>
      </p:sp>
      <p:sp>
        <p:nvSpPr>
          <p:cNvPr id="13" name="矩形 12">
            <a:extLst>
              <a:ext uri="{FF2B5EF4-FFF2-40B4-BE49-F238E27FC236}">
                <a16:creationId xmlns:a16="http://schemas.microsoft.com/office/drawing/2014/main" id="{4B561C97-03C7-4C30-AD11-DC9C0D54FF83}"/>
              </a:ext>
            </a:extLst>
          </p:cNvPr>
          <p:cNvSpPr>
            <a:spLocks noGrp="1"/>
          </p:cNvSpPr>
          <p:nvPr/>
        </p:nvSpPr>
        <p:spPr>
          <a:xfrm>
            <a:off x="567179" y="6105525"/>
            <a:ext cx="10287000" cy="190500"/>
          </a:xfrm>
          <a:prstGeom prst="rect">
            <a:avLst/>
          </a:prstGeom>
          <a:noFill/>
          <a:ln w="0">
            <a:noFill/>
          </a:ln>
        </p:spPr>
        <p:txBody>
          <a:bodyPr anchor="t">
            <a:noAutofit/>
          </a:bodyPr>
          <a:lstStyle/>
          <a:p>
            <a:r>
              <a:rPr lang="en-US" altLang="zh-CN" sz="1200" dirty="0" err="1"/>
              <a:t>OzHarvest</a:t>
            </a:r>
            <a:r>
              <a:rPr lang="en-US" altLang="zh-CN" sz="1200" dirty="0"/>
              <a:t>. Half Eaten: Australian Household Food Waste Research Report. August 2025. https://www.ozharvest.org/app/uploads/2025/08/Half-Eaten-Australian-Household-Food-Waste-Research-Report-2025.pdf</a:t>
            </a:r>
          </a:p>
          <a:p>
            <a:r>
              <a:rPr lang="en-US" altLang="zh-CN" sz="1200" dirty="0"/>
              <a:t>United Nations. Sustainable Development Goal 13, Target 13. https://sdgs.un.org/goals/goal13</a:t>
            </a:r>
            <a:endParaRPr sz="1200" b="0" dirty="0">
              <a:solidFill>
                <a:srgbClr val="66706B"/>
              </a:solidFill>
              <a:latin typeface="Aptos"/>
              <a:ea typeface="Aptos"/>
              <a:cs typeface="Aptos"/>
            </a:endParaRPr>
          </a:p>
        </p:txBody>
      </p:sp>
    </p:spTree>
    <p:extLst>
      <p:ext uri="{BB962C8B-B14F-4D97-AF65-F5344CB8AC3E}">
        <p14:creationId xmlns:p14="http://schemas.microsoft.com/office/powerpoint/2010/main" val="1186264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C11D99F6-9CA0-438D-B019-6FE5C390A6B8}"/>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PERSONA AND EMPATHY MAP</a:t>
            </a:r>
          </a:p>
        </p:txBody>
      </p:sp>
      <p:sp>
        <p:nvSpPr>
          <p:cNvPr id="2" name="矩形 1">
            <a:extLst>
              <a:ext uri="{FF2B5EF4-FFF2-40B4-BE49-F238E27FC236}">
                <a16:creationId xmlns:a16="http://schemas.microsoft.com/office/drawing/2014/main" id="{D7AE0A5A-805C-44D6-A086-C730D8863031}"/>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Jordan manages food between changing plans</a:t>
            </a:r>
          </a:p>
        </p:txBody>
      </p:sp>
      <p:sp>
        <p:nvSpPr>
          <p:cNvPr id="3" name="矩形 2">
            <a:extLst>
              <a:ext uri="{FF2B5EF4-FFF2-40B4-BE49-F238E27FC236}">
                <a16:creationId xmlns:a16="http://schemas.microsoft.com/office/drawing/2014/main" id="{A7706BFF-2CE2-4949-B46F-7BE0B56CCD5B}"/>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04</a:t>
            </a:r>
          </a:p>
        </p:txBody>
      </p:sp>
      <p:sp>
        <p:nvSpPr>
          <p:cNvPr id="4" name="矩形: 圆角 3">
            <a:extLst>
              <a:ext uri="{FF2B5EF4-FFF2-40B4-BE49-F238E27FC236}">
                <a16:creationId xmlns:a16="http://schemas.microsoft.com/office/drawing/2014/main" id="{12141CF1-A422-4299-B488-8CEA56DE8767}"/>
              </a:ext>
            </a:extLst>
          </p:cNvPr>
          <p:cNvSpPr>
            <a:spLocks noGrp="1"/>
          </p:cNvSpPr>
          <p:nvPr/>
        </p:nvSpPr>
        <p:spPr>
          <a:xfrm>
            <a:off x="609600" y="1371600"/>
            <a:ext cx="3143250" cy="4476750"/>
          </a:xfrm>
          <a:prstGeom prst="roundRect">
            <a:avLst>
              <a:gd name="adj" fmla="val 2424"/>
            </a:avLst>
          </a:prstGeom>
          <a:solidFill>
            <a:srgbClr val="667B64"/>
          </a:solidFill>
          <a:ln w="0">
            <a:noFill/>
          </a:ln>
        </p:spPr>
        <p:txBody>
          <a:bodyPr/>
          <a:lstStyle/>
          <a:p>
            <a:endParaRPr lang="zh-CN" altLang="en-US"/>
          </a:p>
        </p:txBody>
      </p:sp>
      <p:sp>
        <p:nvSpPr>
          <p:cNvPr id="5" name="矩形 4">
            <a:extLst>
              <a:ext uri="{FF2B5EF4-FFF2-40B4-BE49-F238E27FC236}">
                <a16:creationId xmlns:a16="http://schemas.microsoft.com/office/drawing/2014/main" id="{9B8AB88B-0BAB-4FC4-B6F2-2A8936FC98AB}"/>
              </a:ext>
            </a:extLst>
          </p:cNvPr>
          <p:cNvSpPr>
            <a:spLocks noGrp="1"/>
          </p:cNvSpPr>
          <p:nvPr/>
        </p:nvSpPr>
        <p:spPr>
          <a:xfrm>
            <a:off x="895350" y="1657350"/>
            <a:ext cx="2476500" cy="323850"/>
          </a:xfrm>
          <a:prstGeom prst="rect">
            <a:avLst/>
          </a:prstGeom>
          <a:noFill/>
          <a:ln w="0">
            <a:noFill/>
          </a:ln>
        </p:spPr>
        <p:txBody>
          <a:bodyPr anchor="t">
            <a:normAutofit/>
          </a:bodyPr>
          <a:lstStyle/>
          <a:p>
            <a:pPr>
              <a:defRPr sz="1125" b="1">
                <a:solidFill>
                  <a:srgbClr val="F4E1C8"/>
                </a:solidFill>
                <a:latin typeface="Aptos"/>
                <a:ea typeface="Aptos"/>
                <a:cs typeface="Aptos"/>
              </a:defRPr>
            </a:pPr>
            <a:r>
              <a:rPr sz="1125" b="1">
                <a:solidFill>
                  <a:srgbClr val="F4E1C8"/>
                </a:solidFill>
                <a:latin typeface="Aptos"/>
                <a:ea typeface="Aptos"/>
                <a:cs typeface="Aptos"/>
              </a:rPr>
              <a:t>JORDAN</a:t>
            </a:r>
          </a:p>
        </p:txBody>
      </p:sp>
      <p:sp>
        <p:nvSpPr>
          <p:cNvPr id="6" name="矩形 5">
            <a:extLst>
              <a:ext uri="{FF2B5EF4-FFF2-40B4-BE49-F238E27FC236}">
                <a16:creationId xmlns:a16="http://schemas.microsoft.com/office/drawing/2014/main" id="{98862AE9-55BB-49C2-930D-50988DB0DA2A}"/>
              </a:ext>
            </a:extLst>
          </p:cNvPr>
          <p:cNvSpPr>
            <a:spLocks noGrp="1"/>
          </p:cNvSpPr>
          <p:nvPr/>
        </p:nvSpPr>
        <p:spPr>
          <a:xfrm>
            <a:off x="895350" y="2114550"/>
            <a:ext cx="952500" cy="609600"/>
          </a:xfrm>
          <a:prstGeom prst="rect">
            <a:avLst/>
          </a:prstGeom>
          <a:noFill/>
          <a:ln w="0">
            <a:noFill/>
          </a:ln>
        </p:spPr>
        <p:txBody>
          <a:bodyPr anchor="t">
            <a:normAutofit fontScale="94444"/>
          </a:bodyPr>
          <a:lstStyle/>
          <a:p>
            <a:pPr>
              <a:defRPr sz="3600" b="1">
                <a:solidFill>
                  <a:srgbClr val="FFFFFF"/>
                </a:solidFill>
                <a:latin typeface="Aptos"/>
                <a:ea typeface="Aptos"/>
                <a:cs typeface="Aptos"/>
              </a:defRPr>
            </a:pPr>
            <a:r>
              <a:rPr sz="3600" b="1">
                <a:solidFill>
                  <a:srgbClr val="FFFFFF"/>
                </a:solidFill>
                <a:latin typeface="Aptos"/>
                <a:ea typeface="Aptos"/>
                <a:cs typeface="Aptos"/>
              </a:rPr>
              <a:t>27</a:t>
            </a:r>
          </a:p>
        </p:txBody>
      </p:sp>
      <p:sp>
        <p:nvSpPr>
          <p:cNvPr id="7" name="矩形 6">
            <a:extLst>
              <a:ext uri="{FF2B5EF4-FFF2-40B4-BE49-F238E27FC236}">
                <a16:creationId xmlns:a16="http://schemas.microsoft.com/office/drawing/2014/main" id="{FE7A66FE-4654-4193-ACA3-ADBC398DB7D4}"/>
              </a:ext>
            </a:extLst>
          </p:cNvPr>
          <p:cNvSpPr>
            <a:spLocks noGrp="1"/>
          </p:cNvSpPr>
          <p:nvPr/>
        </p:nvSpPr>
        <p:spPr>
          <a:xfrm>
            <a:off x="895350" y="2914650"/>
            <a:ext cx="2381250" cy="1428750"/>
          </a:xfrm>
          <a:prstGeom prst="rect">
            <a:avLst/>
          </a:prstGeom>
          <a:noFill/>
          <a:ln w="0">
            <a:noFill/>
          </a:ln>
        </p:spPr>
        <p:txBody>
          <a:bodyPr anchor="t">
            <a:normAutofit/>
          </a:bodyPr>
          <a:lstStyle/>
          <a:p>
            <a:pPr>
              <a:defRPr sz="1575" b="0">
                <a:solidFill>
                  <a:srgbClr val="FFFFFF"/>
                </a:solidFill>
                <a:latin typeface="Aptos"/>
                <a:ea typeface="Aptos"/>
                <a:cs typeface="Aptos"/>
              </a:defRPr>
            </a:pPr>
            <a:r>
              <a:rPr sz="1575" b="0">
                <a:solidFill>
                  <a:srgbClr val="FFFFFF"/>
                </a:solidFill>
                <a:latin typeface="Aptos"/>
                <a:ea typeface="Aptos"/>
                <a:cs typeface="Aptos"/>
              </a:rPr>
              <a:t>Greater Melbourne</a:t>
            </a:r>
          </a:p>
          <a:p>
            <a:pPr>
              <a:defRPr sz="1575" b="0">
                <a:solidFill>
                  <a:srgbClr val="FFFFFF"/>
                </a:solidFill>
                <a:latin typeface="Aptos"/>
                <a:ea typeface="Aptos"/>
                <a:cs typeface="Aptos"/>
              </a:defRPr>
            </a:pPr>
            <a:r>
              <a:rPr sz="1575" b="0">
                <a:solidFill>
                  <a:srgbClr val="FFFFFF"/>
                </a:solidFill>
                <a:latin typeface="Aptos"/>
                <a:ea typeface="Aptos"/>
                <a:cs typeface="Aptos"/>
              </a:rPr>
              <a:t>Shares an apartment</a:t>
            </a:r>
          </a:p>
          <a:p>
            <a:pPr>
              <a:defRPr sz="1575" b="0">
                <a:solidFill>
                  <a:srgbClr val="FFFFFF"/>
                </a:solidFill>
                <a:latin typeface="Aptos"/>
                <a:ea typeface="Aptos"/>
                <a:cs typeface="Aptos"/>
              </a:defRPr>
            </a:pPr>
            <a:r>
              <a:rPr sz="1575" b="0">
                <a:solidFill>
                  <a:srgbClr val="FFFFFF"/>
                </a:solidFill>
                <a:latin typeface="Aptos"/>
                <a:ea typeface="Aptos"/>
                <a:cs typeface="Aptos"/>
              </a:rPr>
              <a:t>Works full time</a:t>
            </a:r>
          </a:p>
          <a:p>
            <a:pPr>
              <a:defRPr sz="1575" b="0">
                <a:solidFill>
                  <a:srgbClr val="FFFFFF"/>
                </a:solidFill>
                <a:latin typeface="Aptos"/>
                <a:ea typeface="Aptos"/>
                <a:cs typeface="Aptos"/>
              </a:defRPr>
            </a:pPr>
            <a:r>
              <a:rPr sz="1575" b="0">
                <a:solidFill>
                  <a:srgbClr val="FFFFFF"/>
                </a:solidFill>
                <a:latin typeface="Aptos"/>
                <a:ea typeface="Aptos"/>
                <a:cs typeface="Aptos"/>
              </a:rPr>
              <a:t>Jointly shops and cooks</a:t>
            </a:r>
          </a:p>
        </p:txBody>
      </p:sp>
      <p:sp>
        <p:nvSpPr>
          <p:cNvPr id="8" name="矩形 7">
            <a:extLst>
              <a:ext uri="{FF2B5EF4-FFF2-40B4-BE49-F238E27FC236}">
                <a16:creationId xmlns:a16="http://schemas.microsoft.com/office/drawing/2014/main" id="{26C5C33D-3075-47A7-B06E-76836740E6C7}"/>
              </a:ext>
            </a:extLst>
          </p:cNvPr>
          <p:cNvSpPr>
            <a:spLocks noGrp="1"/>
          </p:cNvSpPr>
          <p:nvPr/>
        </p:nvSpPr>
        <p:spPr>
          <a:xfrm>
            <a:off x="895350" y="5200650"/>
            <a:ext cx="2381250" cy="266700"/>
          </a:xfrm>
          <a:prstGeom prst="rect">
            <a:avLst/>
          </a:prstGeom>
          <a:noFill/>
          <a:ln w="0">
            <a:noFill/>
          </a:ln>
        </p:spPr>
        <p:txBody>
          <a:bodyPr anchor="t">
            <a:normAutofit/>
          </a:bodyPr>
          <a:lstStyle/>
          <a:p>
            <a:pPr>
              <a:defRPr sz="975" b="0">
                <a:solidFill>
                  <a:srgbClr val="DDE6D8"/>
                </a:solidFill>
                <a:latin typeface="Aptos"/>
                <a:ea typeface="Aptos"/>
                <a:cs typeface="Aptos"/>
              </a:defRPr>
            </a:pPr>
            <a:r>
              <a:rPr sz="975" b="0">
                <a:solidFill>
                  <a:srgbClr val="DDE6D8"/>
                </a:solidFill>
                <a:latin typeface="Aptos"/>
                <a:ea typeface="Aptos"/>
                <a:cs typeface="Aptos"/>
              </a:rPr>
              <a:t>Research-backed composite</a:t>
            </a:r>
          </a:p>
        </p:txBody>
      </p:sp>
      <p:sp>
        <p:nvSpPr>
          <p:cNvPr id="9" name="矩形: 圆角 8">
            <a:extLst>
              <a:ext uri="{FF2B5EF4-FFF2-40B4-BE49-F238E27FC236}">
                <a16:creationId xmlns:a16="http://schemas.microsoft.com/office/drawing/2014/main" id="{94A4A8A7-6F49-436E-9488-9D15334BD8EE}"/>
              </a:ext>
            </a:extLst>
          </p:cNvPr>
          <p:cNvSpPr>
            <a:spLocks noGrp="1"/>
          </p:cNvSpPr>
          <p:nvPr/>
        </p:nvSpPr>
        <p:spPr>
          <a:xfrm>
            <a:off x="4095750" y="1428750"/>
            <a:ext cx="3238500" cy="1619250"/>
          </a:xfrm>
          <a:prstGeom prst="roundRect">
            <a:avLst>
              <a:gd name="adj" fmla="val 4706"/>
            </a:avLst>
          </a:prstGeom>
          <a:solidFill>
            <a:srgbClr val="F4F0E7"/>
          </a:solidFill>
          <a:ln w="0">
            <a:noFill/>
          </a:ln>
        </p:spPr>
        <p:txBody>
          <a:bodyPr/>
          <a:lstStyle/>
          <a:p>
            <a:endParaRPr lang="zh-CN" altLang="en-US"/>
          </a:p>
        </p:txBody>
      </p:sp>
      <p:sp>
        <p:nvSpPr>
          <p:cNvPr id="10" name="矩形 9">
            <a:extLst>
              <a:ext uri="{FF2B5EF4-FFF2-40B4-BE49-F238E27FC236}">
                <a16:creationId xmlns:a16="http://schemas.microsoft.com/office/drawing/2014/main" id="{B1687E0E-273F-4728-87DC-2C671D41DCAF}"/>
              </a:ext>
            </a:extLst>
          </p:cNvPr>
          <p:cNvSpPr>
            <a:spLocks noGrp="1"/>
          </p:cNvSpPr>
          <p:nvPr/>
        </p:nvSpPr>
        <p:spPr>
          <a:xfrm>
            <a:off x="4324350" y="1619250"/>
            <a:ext cx="276225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THINKS</a:t>
            </a:r>
          </a:p>
        </p:txBody>
      </p:sp>
      <p:sp>
        <p:nvSpPr>
          <p:cNvPr id="11" name="矩形 10">
            <a:extLst>
              <a:ext uri="{FF2B5EF4-FFF2-40B4-BE49-F238E27FC236}">
                <a16:creationId xmlns:a16="http://schemas.microsoft.com/office/drawing/2014/main" id="{6BB2148C-98F3-4385-9DD4-05D35ACDABCE}"/>
              </a:ext>
            </a:extLst>
          </p:cNvPr>
          <p:cNvSpPr>
            <a:spLocks noGrp="1"/>
          </p:cNvSpPr>
          <p:nvPr/>
        </p:nvSpPr>
        <p:spPr>
          <a:xfrm>
            <a:off x="4324350" y="1981200"/>
            <a:ext cx="2743200" cy="838200"/>
          </a:xfrm>
          <a:prstGeom prst="rect">
            <a:avLst/>
          </a:prstGeom>
          <a:noFill/>
          <a:ln w="0">
            <a:noFill/>
          </a:ln>
        </p:spPr>
        <p:txBody>
          <a:bodyPr anchor="t">
            <a:normAutofit/>
          </a:bodyPr>
          <a:lstStyle/>
          <a:p>
            <a:pPr>
              <a:defRPr sz="1425" b="0">
                <a:solidFill>
                  <a:srgbClr val="17211D"/>
                </a:solidFill>
                <a:latin typeface="Aptos"/>
                <a:ea typeface="Aptos"/>
                <a:cs typeface="Aptos"/>
              </a:defRPr>
            </a:pPr>
            <a:r>
              <a:rPr sz="1425" b="0">
                <a:solidFill>
                  <a:srgbClr val="17211D"/>
                </a:solidFill>
                <a:latin typeface="Aptos"/>
                <a:ea typeface="Aptos"/>
                <a:cs typeface="Aptos"/>
              </a:rPr>
              <a:t>What is already at home?</a:t>
            </a:r>
          </a:p>
          <a:p>
            <a:pPr>
              <a:defRPr sz="1425" b="0">
                <a:solidFill>
                  <a:srgbClr val="17211D"/>
                </a:solidFill>
                <a:latin typeface="Aptos"/>
                <a:ea typeface="Aptos"/>
                <a:cs typeface="Aptos"/>
              </a:defRPr>
            </a:pPr>
            <a:r>
              <a:rPr sz="1425" b="0">
                <a:solidFill>
                  <a:srgbClr val="17211D"/>
                </a:solidFill>
                <a:latin typeface="Aptos"/>
                <a:ea typeface="Aptos"/>
                <a:cs typeface="Aptos"/>
              </a:rPr>
              <a:t>Will this be used before it spoils?</a:t>
            </a:r>
          </a:p>
        </p:txBody>
      </p:sp>
      <p:sp>
        <p:nvSpPr>
          <p:cNvPr id="12" name="矩形: 圆角 11">
            <a:extLst>
              <a:ext uri="{FF2B5EF4-FFF2-40B4-BE49-F238E27FC236}">
                <a16:creationId xmlns:a16="http://schemas.microsoft.com/office/drawing/2014/main" id="{CC7B0FAA-AF14-4CAF-838C-69E337A1E919}"/>
              </a:ext>
            </a:extLst>
          </p:cNvPr>
          <p:cNvSpPr>
            <a:spLocks noGrp="1"/>
          </p:cNvSpPr>
          <p:nvPr/>
        </p:nvSpPr>
        <p:spPr>
          <a:xfrm>
            <a:off x="7810500" y="1428750"/>
            <a:ext cx="3238500" cy="1619250"/>
          </a:xfrm>
          <a:prstGeom prst="roundRect">
            <a:avLst>
              <a:gd name="adj" fmla="val 4706"/>
            </a:avLst>
          </a:prstGeom>
          <a:solidFill>
            <a:srgbClr val="DDE6D8"/>
          </a:solidFill>
          <a:ln w="0">
            <a:noFill/>
          </a:ln>
        </p:spPr>
        <p:txBody>
          <a:bodyPr/>
          <a:lstStyle/>
          <a:p>
            <a:endParaRPr lang="zh-CN" altLang="en-US"/>
          </a:p>
        </p:txBody>
      </p:sp>
      <p:sp>
        <p:nvSpPr>
          <p:cNvPr id="13" name="矩形 12">
            <a:extLst>
              <a:ext uri="{FF2B5EF4-FFF2-40B4-BE49-F238E27FC236}">
                <a16:creationId xmlns:a16="http://schemas.microsoft.com/office/drawing/2014/main" id="{42F461A4-B59A-4B12-9FC6-DC2B4CA365C4}"/>
              </a:ext>
            </a:extLst>
          </p:cNvPr>
          <p:cNvSpPr>
            <a:spLocks noGrp="1"/>
          </p:cNvSpPr>
          <p:nvPr/>
        </p:nvSpPr>
        <p:spPr>
          <a:xfrm>
            <a:off x="8039100" y="1619250"/>
            <a:ext cx="276225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DOES</a:t>
            </a:r>
          </a:p>
        </p:txBody>
      </p:sp>
      <p:sp>
        <p:nvSpPr>
          <p:cNvPr id="14" name="矩形 13">
            <a:extLst>
              <a:ext uri="{FF2B5EF4-FFF2-40B4-BE49-F238E27FC236}">
                <a16:creationId xmlns:a16="http://schemas.microsoft.com/office/drawing/2014/main" id="{3B616DC6-C22F-4994-9AC5-0F0F860F6F34}"/>
              </a:ext>
            </a:extLst>
          </p:cNvPr>
          <p:cNvSpPr>
            <a:spLocks noGrp="1"/>
          </p:cNvSpPr>
          <p:nvPr/>
        </p:nvSpPr>
        <p:spPr>
          <a:xfrm>
            <a:off x="8039100" y="1981200"/>
            <a:ext cx="2743200" cy="838200"/>
          </a:xfrm>
          <a:prstGeom prst="rect">
            <a:avLst/>
          </a:prstGeom>
          <a:noFill/>
          <a:ln w="0">
            <a:noFill/>
          </a:ln>
        </p:spPr>
        <p:txBody>
          <a:bodyPr anchor="t">
            <a:normAutofit/>
          </a:bodyPr>
          <a:lstStyle/>
          <a:p>
            <a:pPr>
              <a:defRPr sz="1425" b="0">
                <a:solidFill>
                  <a:srgbClr val="17211D"/>
                </a:solidFill>
                <a:latin typeface="Aptos"/>
                <a:ea typeface="Aptos"/>
                <a:cs typeface="Aptos"/>
              </a:defRPr>
            </a:pPr>
            <a:r>
              <a:rPr sz="1425" b="0">
                <a:solidFill>
                  <a:srgbClr val="17211D"/>
                </a:solidFill>
                <a:latin typeface="Aptos"/>
                <a:ea typeface="Aptos"/>
                <a:cs typeface="Aptos"/>
              </a:rPr>
              <a:t>Checks the fridge inconsistently</a:t>
            </a:r>
          </a:p>
          <a:p>
            <a:pPr>
              <a:defRPr sz="1425" b="0">
                <a:solidFill>
                  <a:srgbClr val="17211D"/>
                </a:solidFill>
                <a:latin typeface="Aptos"/>
                <a:ea typeface="Aptos"/>
                <a:cs typeface="Aptos"/>
              </a:defRPr>
            </a:pPr>
            <a:r>
              <a:rPr sz="1425" b="0">
                <a:solidFill>
                  <a:srgbClr val="17211D"/>
                </a:solidFill>
                <a:latin typeface="Aptos"/>
                <a:ea typeface="Aptos"/>
                <a:cs typeface="Aptos"/>
              </a:rPr>
              <a:t>Uses a basic phone shopping list</a:t>
            </a:r>
          </a:p>
        </p:txBody>
      </p:sp>
      <p:sp>
        <p:nvSpPr>
          <p:cNvPr id="15" name="矩形: 圆角 14">
            <a:extLst>
              <a:ext uri="{FF2B5EF4-FFF2-40B4-BE49-F238E27FC236}">
                <a16:creationId xmlns:a16="http://schemas.microsoft.com/office/drawing/2014/main" id="{7F6E7D21-8074-4FE4-9913-10E1805BE004}"/>
              </a:ext>
            </a:extLst>
          </p:cNvPr>
          <p:cNvSpPr>
            <a:spLocks noGrp="1"/>
          </p:cNvSpPr>
          <p:nvPr/>
        </p:nvSpPr>
        <p:spPr>
          <a:xfrm>
            <a:off x="4095750" y="3371850"/>
            <a:ext cx="3238500" cy="1619250"/>
          </a:xfrm>
          <a:prstGeom prst="roundRect">
            <a:avLst>
              <a:gd name="adj" fmla="val 4706"/>
            </a:avLst>
          </a:prstGeom>
          <a:solidFill>
            <a:srgbClr val="F4E1C8"/>
          </a:solidFill>
          <a:ln w="0">
            <a:noFill/>
          </a:ln>
        </p:spPr>
        <p:txBody>
          <a:bodyPr/>
          <a:lstStyle/>
          <a:p>
            <a:endParaRPr lang="zh-CN" altLang="en-US"/>
          </a:p>
        </p:txBody>
      </p:sp>
      <p:sp>
        <p:nvSpPr>
          <p:cNvPr id="16" name="矩形 15">
            <a:extLst>
              <a:ext uri="{FF2B5EF4-FFF2-40B4-BE49-F238E27FC236}">
                <a16:creationId xmlns:a16="http://schemas.microsoft.com/office/drawing/2014/main" id="{A9BF5737-6287-4FB4-90B2-E37031B8C03C}"/>
              </a:ext>
            </a:extLst>
          </p:cNvPr>
          <p:cNvSpPr>
            <a:spLocks noGrp="1"/>
          </p:cNvSpPr>
          <p:nvPr/>
        </p:nvSpPr>
        <p:spPr>
          <a:xfrm>
            <a:off x="4324350" y="3562350"/>
            <a:ext cx="276225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FEELS</a:t>
            </a:r>
          </a:p>
        </p:txBody>
      </p:sp>
      <p:sp>
        <p:nvSpPr>
          <p:cNvPr id="17" name="矩形 16">
            <a:extLst>
              <a:ext uri="{FF2B5EF4-FFF2-40B4-BE49-F238E27FC236}">
                <a16:creationId xmlns:a16="http://schemas.microsoft.com/office/drawing/2014/main" id="{A4168559-1430-40BF-AB17-AD66C037B351}"/>
              </a:ext>
            </a:extLst>
          </p:cNvPr>
          <p:cNvSpPr>
            <a:spLocks noGrp="1"/>
          </p:cNvSpPr>
          <p:nvPr/>
        </p:nvSpPr>
        <p:spPr>
          <a:xfrm>
            <a:off x="4324350" y="3924300"/>
            <a:ext cx="2743200" cy="838200"/>
          </a:xfrm>
          <a:prstGeom prst="rect">
            <a:avLst/>
          </a:prstGeom>
          <a:noFill/>
          <a:ln w="0">
            <a:noFill/>
          </a:ln>
        </p:spPr>
        <p:txBody>
          <a:bodyPr anchor="t">
            <a:normAutofit/>
          </a:bodyPr>
          <a:lstStyle/>
          <a:p>
            <a:pPr>
              <a:defRPr sz="1425" b="0">
                <a:solidFill>
                  <a:srgbClr val="17211D"/>
                </a:solidFill>
                <a:latin typeface="Aptos"/>
                <a:ea typeface="Aptos"/>
                <a:cs typeface="Aptos"/>
              </a:defRPr>
            </a:pPr>
            <a:r>
              <a:rPr sz="1425" b="0">
                <a:solidFill>
                  <a:srgbClr val="17211D"/>
                </a:solidFill>
                <a:latin typeface="Aptos"/>
                <a:ea typeface="Aptos"/>
                <a:cs typeface="Aptos"/>
              </a:rPr>
              <a:t>Busy when plans change</a:t>
            </a:r>
          </a:p>
          <a:p>
            <a:pPr>
              <a:defRPr sz="1425" b="0">
                <a:solidFill>
                  <a:srgbClr val="17211D"/>
                </a:solidFill>
                <a:latin typeface="Aptos"/>
                <a:ea typeface="Aptos"/>
                <a:cs typeface="Aptos"/>
              </a:defRPr>
            </a:pPr>
            <a:r>
              <a:rPr sz="1425" b="0">
                <a:solidFill>
                  <a:srgbClr val="17211D"/>
                </a:solidFill>
                <a:latin typeface="Aptos"/>
                <a:ea typeface="Aptos"/>
                <a:cs typeface="Aptos"/>
              </a:rPr>
              <a:t>Uncertain about dates and storage</a:t>
            </a:r>
          </a:p>
        </p:txBody>
      </p:sp>
      <p:sp>
        <p:nvSpPr>
          <p:cNvPr id="18" name="矩形: 圆角 17">
            <a:extLst>
              <a:ext uri="{FF2B5EF4-FFF2-40B4-BE49-F238E27FC236}">
                <a16:creationId xmlns:a16="http://schemas.microsoft.com/office/drawing/2014/main" id="{31AA1008-50B9-4F6D-988F-E4FD7AD043D1}"/>
              </a:ext>
            </a:extLst>
          </p:cNvPr>
          <p:cNvSpPr>
            <a:spLocks noGrp="1"/>
          </p:cNvSpPr>
          <p:nvPr/>
        </p:nvSpPr>
        <p:spPr>
          <a:xfrm>
            <a:off x="7810500" y="3371850"/>
            <a:ext cx="3238500" cy="1619250"/>
          </a:xfrm>
          <a:prstGeom prst="roundRect">
            <a:avLst>
              <a:gd name="adj" fmla="val 4706"/>
            </a:avLst>
          </a:prstGeom>
          <a:solidFill>
            <a:srgbClr val="E8E4DA"/>
          </a:solidFill>
          <a:ln w="0">
            <a:noFill/>
          </a:ln>
        </p:spPr>
        <p:txBody>
          <a:bodyPr/>
          <a:lstStyle/>
          <a:p>
            <a:endParaRPr lang="zh-CN" altLang="en-US"/>
          </a:p>
        </p:txBody>
      </p:sp>
      <p:sp>
        <p:nvSpPr>
          <p:cNvPr id="19" name="矩形 18">
            <a:extLst>
              <a:ext uri="{FF2B5EF4-FFF2-40B4-BE49-F238E27FC236}">
                <a16:creationId xmlns:a16="http://schemas.microsoft.com/office/drawing/2014/main" id="{2710488A-88D4-45F2-82D0-06E03F9E95D9}"/>
              </a:ext>
            </a:extLst>
          </p:cNvPr>
          <p:cNvSpPr>
            <a:spLocks noGrp="1"/>
          </p:cNvSpPr>
          <p:nvPr/>
        </p:nvSpPr>
        <p:spPr>
          <a:xfrm>
            <a:off x="8039100" y="3562350"/>
            <a:ext cx="276225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NEEDS</a:t>
            </a:r>
          </a:p>
        </p:txBody>
      </p:sp>
      <p:sp>
        <p:nvSpPr>
          <p:cNvPr id="20" name="矩形 19">
            <a:extLst>
              <a:ext uri="{FF2B5EF4-FFF2-40B4-BE49-F238E27FC236}">
                <a16:creationId xmlns:a16="http://schemas.microsoft.com/office/drawing/2014/main" id="{DD68C82E-F8DC-4474-8D3B-BF427F662630}"/>
              </a:ext>
            </a:extLst>
          </p:cNvPr>
          <p:cNvSpPr>
            <a:spLocks noGrp="1"/>
          </p:cNvSpPr>
          <p:nvPr/>
        </p:nvSpPr>
        <p:spPr>
          <a:xfrm>
            <a:off x="8039100" y="3924300"/>
            <a:ext cx="2743200" cy="838200"/>
          </a:xfrm>
          <a:prstGeom prst="rect">
            <a:avLst/>
          </a:prstGeom>
          <a:noFill/>
          <a:ln w="0">
            <a:noFill/>
          </a:ln>
        </p:spPr>
        <p:txBody>
          <a:bodyPr anchor="t">
            <a:normAutofit/>
          </a:bodyPr>
          <a:lstStyle/>
          <a:p>
            <a:pPr>
              <a:defRPr sz="1425" b="0">
                <a:solidFill>
                  <a:srgbClr val="17211D"/>
                </a:solidFill>
                <a:latin typeface="Aptos"/>
                <a:ea typeface="Aptos"/>
                <a:cs typeface="Aptos"/>
              </a:defRPr>
            </a:pPr>
            <a:r>
              <a:rPr sz="1425" b="0">
                <a:solidFill>
                  <a:srgbClr val="17211D"/>
                </a:solidFill>
                <a:latin typeface="Aptos"/>
                <a:ea typeface="Aptos"/>
                <a:cs typeface="Aptos"/>
              </a:rPr>
              <a:t>A quick stock view</a:t>
            </a:r>
          </a:p>
          <a:p>
            <a:pPr>
              <a:defRPr sz="1425" b="0">
                <a:solidFill>
                  <a:srgbClr val="17211D"/>
                </a:solidFill>
                <a:latin typeface="Aptos"/>
                <a:ea typeface="Aptos"/>
                <a:cs typeface="Aptos"/>
              </a:defRPr>
            </a:pPr>
            <a:r>
              <a:rPr sz="1425" b="0">
                <a:solidFill>
                  <a:srgbClr val="17211D"/>
                </a:solidFill>
                <a:latin typeface="Aptos"/>
                <a:ea typeface="Aptos"/>
                <a:cs typeface="Aptos"/>
              </a:rPr>
              <a:t>Clear priorities</a:t>
            </a:r>
          </a:p>
          <a:p>
            <a:pPr>
              <a:defRPr sz="1425" b="0">
                <a:solidFill>
                  <a:srgbClr val="17211D"/>
                </a:solidFill>
                <a:latin typeface="Aptos"/>
                <a:ea typeface="Aptos"/>
                <a:cs typeface="Aptos"/>
              </a:defRPr>
            </a:pPr>
            <a:r>
              <a:rPr sz="1425" b="0">
                <a:solidFill>
                  <a:srgbClr val="17211D"/>
                </a:solidFill>
                <a:latin typeface="Aptos"/>
                <a:ea typeface="Aptos"/>
                <a:cs typeface="Aptos"/>
              </a:rPr>
              <a:t>Advice that remains optional</a:t>
            </a:r>
          </a:p>
        </p:txBody>
      </p:sp>
      <p:sp>
        <p:nvSpPr>
          <p:cNvPr id="21" name="矩形 20">
            <a:extLst>
              <a:ext uri="{FF2B5EF4-FFF2-40B4-BE49-F238E27FC236}">
                <a16:creationId xmlns:a16="http://schemas.microsoft.com/office/drawing/2014/main" id="{8ACF19E0-69D3-4402-8A9D-364F53787F48}"/>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
        <p:nvSpPr>
          <p:cNvPr id="22" name="矩形 21">
            <a:extLst>
              <a:ext uri="{FF2B5EF4-FFF2-40B4-BE49-F238E27FC236}">
                <a16:creationId xmlns:a16="http://schemas.microsoft.com/office/drawing/2014/main" id="{622AF030-B963-49CC-A001-8D5EB8197B19}"/>
              </a:ext>
            </a:extLst>
          </p:cNvPr>
          <p:cNvSpPr>
            <a:spLocks noGrp="1"/>
          </p:cNvSpPr>
          <p:nvPr/>
        </p:nvSpPr>
        <p:spPr>
          <a:xfrm>
            <a:off x="609600" y="6553200"/>
            <a:ext cx="10287000" cy="190500"/>
          </a:xfrm>
          <a:prstGeom prst="rect">
            <a:avLst/>
          </a:prstGeom>
          <a:noFill/>
          <a:ln w="0">
            <a:noFill/>
          </a:ln>
        </p:spPr>
        <p:txBody>
          <a:bodyPr anchor="t">
            <a:noAutofit/>
          </a:bodyPr>
          <a:lstStyle/>
          <a:p>
            <a:pPr>
              <a:defRPr sz="788" b="0">
                <a:solidFill>
                  <a:srgbClr val="66706B"/>
                </a:solidFill>
                <a:latin typeface="Aptos"/>
                <a:ea typeface="Aptos"/>
                <a:cs typeface="Aptos"/>
              </a:defRPr>
            </a:pPr>
            <a:r>
              <a:rPr sz="1200" b="0" dirty="0" err="1">
                <a:solidFill>
                  <a:srgbClr val="66706B"/>
                </a:solidFill>
                <a:latin typeface="Aptos"/>
                <a:ea typeface="Aptos"/>
                <a:cs typeface="Aptos"/>
              </a:rPr>
              <a:t>OzHarvest</a:t>
            </a:r>
            <a:r>
              <a:rPr sz="1200" b="0" dirty="0">
                <a:solidFill>
                  <a:srgbClr val="66706B"/>
                </a:solidFill>
                <a:latin typeface="Aptos"/>
                <a:ea typeface="Aptos"/>
                <a:cs typeface="Aptos"/>
              </a:rPr>
              <a:t> 2025, ABC 2026</a:t>
            </a:r>
          </a:p>
        </p:txBody>
      </p:sp>
    </p:spTree>
    <p:extLst>
      <p:ext uri="{BB962C8B-B14F-4D97-AF65-F5344CB8AC3E}">
        <p14:creationId xmlns:p14="http://schemas.microsoft.com/office/powerpoint/2010/main" val="1225371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E8BE7AC-8674-47C7-B5F1-18D29A55EFE0}"/>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PROGRESS UPDATE</a:t>
            </a:r>
          </a:p>
        </p:txBody>
      </p:sp>
      <p:sp>
        <p:nvSpPr>
          <p:cNvPr id="2" name="矩形 1">
            <a:extLst>
              <a:ext uri="{FF2B5EF4-FFF2-40B4-BE49-F238E27FC236}">
                <a16:creationId xmlns:a16="http://schemas.microsoft.com/office/drawing/2014/main" id="{E7991BD3-33D4-451B-BCA2-7CA211BA6467}"/>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Iteration 1 proved the core journey and exposed friction</a:t>
            </a:r>
          </a:p>
        </p:txBody>
      </p:sp>
      <p:sp>
        <p:nvSpPr>
          <p:cNvPr id="3" name="矩形 2">
            <a:extLst>
              <a:ext uri="{FF2B5EF4-FFF2-40B4-BE49-F238E27FC236}">
                <a16:creationId xmlns:a16="http://schemas.microsoft.com/office/drawing/2014/main" id="{7775F30D-385E-45C5-A8F5-B5B0F0E1135C}"/>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05</a:t>
            </a:r>
          </a:p>
        </p:txBody>
      </p:sp>
      <p:sp>
        <p:nvSpPr>
          <p:cNvPr id="4" name="矩形: 圆角 3">
            <a:extLst>
              <a:ext uri="{FF2B5EF4-FFF2-40B4-BE49-F238E27FC236}">
                <a16:creationId xmlns:a16="http://schemas.microsoft.com/office/drawing/2014/main" id="{AF2FE1A7-B55B-42EA-A5B4-AAA453797FA0}"/>
              </a:ext>
            </a:extLst>
          </p:cNvPr>
          <p:cNvSpPr>
            <a:spLocks noGrp="1"/>
          </p:cNvSpPr>
          <p:nvPr/>
        </p:nvSpPr>
        <p:spPr>
          <a:xfrm>
            <a:off x="609600" y="1524000"/>
            <a:ext cx="3333750" cy="2076450"/>
          </a:xfrm>
          <a:prstGeom prst="roundRect">
            <a:avLst>
              <a:gd name="adj" fmla="val 3670"/>
            </a:avLst>
          </a:prstGeom>
          <a:solidFill>
            <a:srgbClr val="DDE6D8"/>
          </a:solidFill>
          <a:ln w="0">
            <a:noFill/>
          </a:ln>
        </p:spPr>
        <p:txBody>
          <a:bodyPr/>
          <a:lstStyle/>
          <a:p>
            <a:endParaRPr lang="zh-CN" altLang="en-US"/>
          </a:p>
        </p:txBody>
      </p:sp>
      <p:sp>
        <p:nvSpPr>
          <p:cNvPr id="5" name="矩形 4">
            <a:extLst>
              <a:ext uri="{FF2B5EF4-FFF2-40B4-BE49-F238E27FC236}">
                <a16:creationId xmlns:a16="http://schemas.microsoft.com/office/drawing/2014/main" id="{57F45D8F-538F-42E8-9CB5-52C825E967C4}"/>
              </a:ext>
            </a:extLst>
          </p:cNvPr>
          <p:cNvSpPr>
            <a:spLocks noGrp="1"/>
          </p:cNvSpPr>
          <p:nvPr/>
        </p:nvSpPr>
        <p:spPr>
          <a:xfrm>
            <a:off x="838200" y="1771650"/>
            <a:ext cx="2857500" cy="323850"/>
          </a:xfrm>
          <a:prstGeom prst="rect">
            <a:avLst/>
          </a:prstGeom>
          <a:noFill/>
          <a:ln w="0">
            <a:noFill/>
          </a:ln>
        </p:spPr>
        <p:txBody>
          <a:bodyPr anchor="t">
            <a:noAutofit/>
          </a:bodyPr>
          <a:lstStyle/>
          <a:p>
            <a:pPr>
              <a:defRPr sz="1350" b="1">
                <a:solidFill>
                  <a:srgbClr val="667B64"/>
                </a:solidFill>
                <a:latin typeface="Aptos"/>
                <a:ea typeface="Aptos"/>
                <a:cs typeface="Aptos"/>
              </a:defRPr>
            </a:pPr>
            <a:r>
              <a:rPr sz="2000" b="1" dirty="0">
                <a:solidFill>
                  <a:srgbClr val="667B64"/>
                </a:solidFill>
                <a:latin typeface="Aptos"/>
                <a:ea typeface="Aptos"/>
                <a:cs typeface="Aptos"/>
              </a:rPr>
              <a:t>Built</a:t>
            </a:r>
          </a:p>
        </p:txBody>
      </p:sp>
      <p:sp>
        <p:nvSpPr>
          <p:cNvPr id="6" name="矩形 5">
            <a:extLst>
              <a:ext uri="{FF2B5EF4-FFF2-40B4-BE49-F238E27FC236}">
                <a16:creationId xmlns:a16="http://schemas.microsoft.com/office/drawing/2014/main" id="{F113DAD3-3A17-4AAA-8DB0-EA82A97013CC}"/>
              </a:ext>
            </a:extLst>
          </p:cNvPr>
          <p:cNvSpPr>
            <a:spLocks noGrp="1"/>
          </p:cNvSpPr>
          <p:nvPr/>
        </p:nvSpPr>
        <p:spPr>
          <a:xfrm>
            <a:off x="838200" y="2286000"/>
            <a:ext cx="2838450" cy="990600"/>
          </a:xfrm>
          <a:prstGeom prst="rect">
            <a:avLst/>
          </a:prstGeom>
          <a:noFill/>
          <a:ln w="0">
            <a:noFill/>
          </a:ln>
        </p:spPr>
        <p:txBody>
          <a:bodyPr anchor="t">
            <a:normAutofit/>
          </a:bodyPr>
          <a:lstStyle/>
          <a:p>
            <a:pPr>
              <a:defRPr sz="1800" b="1">
                <a:solidFill>
                  <a:srgbClr val="17211D"/>
                </a:solidFill>
                <a:latin typeface="Aptos"/>
                <a:ea typeface="Aptos"/>
                <a:cs typeface="Aptos"/>
              </a:defRPr>
            </a:pPr>
            <a:r>
              <a:rPr sz="1800" b="1">
                <a:solidFill>
                  <a:srgbClr val="17211D"/>
                </a:solidFill>
                <a:latin typeface="Aptos"/>
                <a:ea typeface="Aptos"/>
                <a:cs typeface="Aptos"/>
              </a:rPr>
              <a:t>Inventory entry</a:t>
            </a:r>
          </a:p>
          <a:p>
            <a:pPr>
              <a:defRPr sz="1800" b="1">
                <a:solidFill>
                  <a:srgbClr val="17211D"/>
                </a:solidFill>
                <a:latin typeface="Aptos"/>
                <a:ea typeface="Aptos"/>
                <a:cs typeface="Aptos"/>
              </a:defRPr>
            </a:pPr>
            <a:r>
              <a:rPr sz="1800" b="1">
                <a:solidFill>
                  <a:srgbClr val="17211D"/>
                </a:solidFill>
                <a:latin typeface="Aptos"/>
                <a:ea typeface="Aptos"/>
                <a:cs typeface="Aptos"/>
              </a:rPr>
              <a:t>Expiry visibility</a:t>
            </a:r>
          </a:p>
          <a:p>
            <a:pPr>
              <a:defRPr sz="1800" b="1">
                <a:solidFill>
                  <a:srgbClr val="17211D"/>
                </a:solidFill>
                <a:latin typeface="Aptos"/>
                <a:ea typeface="Aptos"/>
                <a:cs typeface="Aptos"/>
              </a:defRPr>
            </a:pPr>
            <a:r>
              <a:rPr sz="1800" b="1">
                <a:solidFill>
                  <a:srgbClr val="17211D"/>
                </a:solidFill>
                <a:latin typeface="Aptos"/>
                <a:ea typeface="Aptos"/>
                <a:cs typeface="Aptos"/>
              </a:rPr>
              <a:t>Recognition fallback path</a:t>
            </a:r>
          </a:p>
        </p:txBody>
      </p:sp>
      <p:sp>
        <p:nvSpPr>
          <p:cNvPr id="7" name="矩形: 圆角 6">
            <a:extLst>
              <a:ext uri="{FF2B5EF4-FFF2-40B4-BE49-F238E27FC236}">
                <a16:creationId xmlns:a16="http://schemas.microsoft.com/office/drawing/2014/main" id="{7CFB0A89-C5C4-4A0D-AE3C-244A45B172C9}"/>
              </a:ext>
            </a:extLst>
          </p:cNvPr>
          <p:cNvSpPr>
            <a:spLocks noGrp="1"/>
          </p:cNvSpPr>
          <p:nvPr/>
        </p:nvSpPr>
        <p:spPr>
          <a:xfrm>
            <a:off x="4248150" y="1524000"/>
            <a:ext cx="3333750" cy="2076450"/>
          </a:xfrm>
          <a:prstGeom prst="roundRect">
            <a:avLst>
              <a:gd name="adj" fmla="val 3670"/>
            </a:avLst>
          </a:prstGeom>
          <a:solidFill>
            <a:srgbClr val="F4F0E7"/>
          </a:solidFill>
          <a:ln w="0">
            <a:noFill/>
          </a:ln>
        </p:spPr>
        <p:txBody>
          <a:bodyPr/>
          <a:lstStyle/>
          <a:p>
            <a:endParaRPr lang="zh-CN" altLang="en-US" sz="2000"/>
          </a:p>
        </p:txBody>
      </p:sp>
      <p:sp>
        <p:nvSpPr>
          <p:cNvPr id="8" name="矩形 7">
            <a:extLst>
              <a:ext uri="{FF2B5EF4-FFF2-40B4-BE49-F238E27FC236}">
                <a16:creationId xmlns:a16="http://schemas.microsoft.com/office/drawing/2014/main" id="{3F3EBF90-F4B1-4CAD-833C-39E41CCAAC62}"/>
              </a:ext>
            </a:extLst>
          </p:cNvPr>
          <p:cNvSpPr>
            <a:spLocks noGrp="1"/>
          </p:cNvSpPr>
          <p:nvPr/>
        </p:nvSpPr>
        <p:spPr>
          <a:xfrm>
            <a:off x="4476750" y="1771650"/>
            <a:ext cx="2857500" cy="323850"/>
          </a:xfrm>
          <a:prstGeom prst="rect">
            <a:avLst/>
          </a:prstGeom>
          <a:noFill/>
          <a:ln w="0">
            <a:noFill/>
          </a:ln>
        </p:spPr>
        <p:txBody>
          <a:bodyPr anchor="t">
            <a:noAutofit/>
          </a:bodyPr>
          <a:lstStyle/>
          <a:p>
            <a:pPr>
              <a:defRPr sz="1350" b="1">
                <a:solidFill>
                  <a:srgbClr val="667B64"/>
                </a:solidFill>
                <a:latin typeface="Aptos"/>
                <a:ea typeface="Aptos"/>
                <a:cs typeface="Aptos"/>
              </a:defRPr>
            </a:pPr>
            <a:r>
              <a:rPr sz="2000" b="1" dirty="0">
                <a:solidFill>
                  <a:srgbClr val="667B64"/>
                </a:solidFill>
                <a:latin typeface="Aptos"/>
                <a:ea typeface="Aptos"/>
                <a:cs typeface="Aptos"/>
              </a:rPr>
              <a:t>Accepted</a:t>
            </a:r>
          </a:p>
        </p:txBody>
      </p:sp>
      <p:sp>
        <p:nvSpPr>
          <p:cNvPr id="9" name="矩形 8">
            <a:extLst>
              <a:ext uri="{FF2B5EF4-FFF2-40B4-BE49-F238E27FC236}">
                <a16:creationId xmlns:a16="http://schemas.microsoft.com/office/drawing/2014/main" id="{CC6A506B-C921-4F87-9310-220BB9CF8425}"/>
              </a:ext>
            </a:extLst>
          </p:cNvPr>
          <p:cNvSpPr>
            <a:spLocks noGrp="1"/>
          </p:cNvSpPr>
          <p:nvPr/>
        </p:nvSpPr>
        <p:spPr>
          <a:xfrm>
            <a:off x="4476750" y="2286000"/>
            <a:ext cx="2838450" cy="990600"/>
          </a:xfrm>
          <a:prstGeom prst="rect">
            <a:avLst/>
          </a:prstGeom>
          <a:noFill/>
          <a:ln w="0">
            <a:noFill/>
          </a:ln>
        </p:spPr>
        <p:txBody>
          <a:bodyPr anchor="t">
            <a:normAutofit/>
          </a:bodyPr>
          <a:lstStyle/>
          <a:p>
            <a:pPr>
              <a:defRPr sz="1800" b="1">
                <a:solidFill>
                  <a:srgbClr val="17211D"/>
                </a:solidFill>
                <a:latin typeface="Aptos"/>
                <a:ea typeface="Aptos"/>
                <a:cs typeface="Aptos"/>
              </a:defRPr>
            </a:pPr>
            <a:r>
              <a:rPr lang="en-US" b="1" dirty="0">
                <a:solidFill>
                  <a:srgbClr val="17211D"/>
                </a:solidFill>
                <a:latin typeface="Aptos"/>
                <a:ea typeface="Aptos"/>
                <a:cs typeface="Aptos"/>
              </a:rPr>
              <a:t>Shopping Initial</a:t>
            </a:r>
            <a:endParaRPr sz="1800" b="1" dirty="0">
              <a:solidFill>
                <a:srgbClr val="17211D"/>
              </a:solidFill>
              <a:latin typeface="Aptos"/>
              <a:ea typeface="Aptos"/>
              <a:cs typeface="Aptos"/>
            </a:endParaRPr>
          </a:p>
          <a:p>
            <a:pPr>
              <a:defRPr sz="1800" b="1">
                <a:solidFill>
                  <a:srgbClr val="17211D"/>
                </a:solidFill>
                <a:latin typeface="Aptos"/>
                <a:ea typeface="Aptos"/>
                <a:cs typeface="Aptos"/>
              </a:defRPr>
            </a:pPr>
            <a:r>
              <a:rPr lang="en-US" sz="1800" b="1" dirty="0">
                <a:solidFill>
                  <a:srgbClr val="17211D"/>
                </a:solidFill>
                <a:latin typeface="Aptos"/>
                <a:ea typeface="Aptos"/>
                <a:cs typeface="Aptos"/>
              </a:rPr>
              <a:t>Homepage interaction</a:t>
            </a:r>
            <a:endParaRPr sz="1800" b="1" dirty="0">
              <a:solidFill>
                <a:srgbClr val="17211D"/>
              </a:solidFill>
              <a:latin typeface="Aptos"/>
              <a:ea typeface="Aptos"/>
              <a:cs typeface="Aptos"/>
            </a:endParaRPr>
          </a:p>
          <a:p>
            <a:pPr>
              <a:defRPr sz="1800" b="1">
                <a:solidFill>
                  <a:srgbClr val="17211D"/>
                </a:solidFill>
                <a:latin typeface="Aptos"/>
                <a:ea typeface="Aptos"/>
                <a:cs typeface="Aptos"/>
              </a:defRPr>
            </a:pPr>
            <a:r>
              <a:rPr sz="1800" b="1" dirty="0">
                <a:solidFill>
                  <a:srgbClr val="17211D"/>
                </a:solidFill>
                <a:latin typeface="Aptos"/>
                <a:ea typeface="Aptos"/>
                <a:cs typeface="Aptos"/>
              </a:rPr>
              <a:t>Core inventory journey</a:t>
            </a:r>
          </a:p>
        </p:txBody>
      </p:sp>
      <p:sp>
        <p:nvSpPr>
          <p:cNvPr id="10" name="矩形: 圆角 9">
            <a:extLst>
              <a:ext uri="{FF2B5EF4-FFF2-40B4-BE49-F238E27FC236}">
                <a16:creationId xmlns:a16="http://schemas.microsoft.com/office/drawing/2014/main" id="{0F72BE01-2451-42AB-963C-A7B9B67DF9AE}"/>
              </a:ext>
            </a:extLst>
          </p:cNvPr>
          <p:cNvSpPr>
            <a:spLocks noGrp="1"/>
          </p:cNvSpPr>
          <p:nvPr/>
        </p:nvSpPr>
        <p:spPr>
          <a:xfrm>
            <a:off x="7886700" y="1524000"/>
            <a:ext cx="3333750" cy="2076450"/>
          </a:xfrm>
          <a:prstGeom prst="roundRect">
            <a:avLst>
              <a:gd name="adj" fmla="val 3670"/>
            </a:avLst>
          </a:prstGeom>
          <a:solidFill>
            <a:srgbClr val="F4E1C8"/>
          </a:solidFill>
          <a:ln w="0">
            <a:noFill/>
          </a:ln>
        </p:spPr>
        <p:txBody>
          <a:bodyPr/>
          <a:lstStyle/>
          <a:p>
            <a:endParaRPr lang="zh-CN" altLang="en-US"/>
          </a:p>
        </p:txBody>
      </p:sp>
      <p:sp>
        <p:nvSpPr>
          <p:cNvPr id="11" name="矩形 10">
            <a:extLst>
              <a:ext uri="{FF2B5EF4-FFF2-40B4-BE49-F238E27FC236}">
                <a16:creationId xmlns:a16="http://schemas.microsoft.com/office/drawing/2014/main" id="{1AA84C14-6C21-4C95-84A5-C3C29A9B2983}"/>
              </a:ext>
            </a:extLst>
          </p:cNvPr>
          <p:cNvSpPr>
            <a:spLocks noGrp="1"/>
          </p:cNvSpPr>
          <p:nvPr/>
        </p:nvSpPr>
        <p:spPr>
          <a:xfrm>
            <a:off x="8115300" y="1771650"/>
            <a:ext cx="2857500" cy="323850"/>
          </a:xfrm>
          <a:prstGeom prst="rect">
            <a:avLst/>
          </a:prstGeom>
          <a:noFill/>
          <a:ln w="0">
            <a:noFill/>
          </a:ln>
        </p:spPr>
        <p:txBody>
          <a:bodyPr anchor="t">
            <a:noAutofit/>
          </a:bodyPr>
          <a:lstStyle/>
          <a:p>
            <a:pPr>
              <a:defRPr sz="1350" b="1">
                <a:solidFill>
                  <a:srgbClr val="667B64"/>
                </a:solidFill>
                <a:latin typeface="Aptos"/>
                <a:ea typeface="Aptos"/>
                <a:cs typeface="Aptos"/>
              </a:defRPr>
            </a:pPr>
            <a:r>
              <a:rPr sz="2000" b="1" dirty="0">
                <a:solidFill>
                  <a:srgbClr val="667B64"/>
                </a:solidFill>
                <a:latin typeface="Aptos"/>
                <a:ea typeface="Aptos"/>
                <a:cs typeface="Aptos"/>
              </a:rPr>
              <a:t>Needs work</a:t>
            </a:r>
          </a:p>
        </p:txBody>
      </p:sp>
      <p:sp>
        <p:nvSpPr>
          <p:cNvPr id="12" name="矩形 11">
            <a:extLst>
              <a:ext uri="{FF2B5EF4-FFF2-40B4-BE49-F238E27FC236}">
                <a16:creationId xmlns:a16="http://schemas.microsoft.com/office/drawing/2014/main" id="{CC460605-A558-4BFA-BA06-C95FAFD1CF28}"/>
              </a:ext>
            </a:extLst>
          </p:cNvPr>
          <p:cNvSpPr>
            <a:spLocks noGrp="1"/>
          </p:cNvSpPr>
          <p:nvPr/>
        </p:nvSpPr>
        <p:spPr>
          <a:xfrm>
            <a:off x="8115300" y="2286000"/>
            <a:ext cx="2838450" cy="990600"/>
          </a:xfrm>
          <a:prstGeom prst="rect">
            <a:avLst/>
          </a:prstGeom>
          <a:noFill/>
          <a:ln w="0">
            <a:noFill/>
          </a:ln>
        </p:spPr>
        <p:txBody>
          <a:bodyPr anchor="t">
            <a:normAutofit/>
          </a:bodyPr>
          <a:lstStyle/>
          <a:p>
            <a:pPr>
              <a:defRPr sz="1800" b="1">
                <a:solidFill>
                  <a:srgbClr val="17211D"/>
                </a:solidFill>
                <a:latin typeface="Aptos"/>
                <a:ea typeface="Aptos"/>
                <a:cs typeface="Aptos"/>
              </a:defRPr>
            </a:pPr>
            <a:r>
              <a:rPr sz="1800" b="1">
                <a:solidFill>
                  <a:srgbClr val="17211D"/>
                </a:solidFill>
                <a:latin typeface="Aptos"/>
                <a:ea typeface="Aptos"/>
                <a:cs typeface="Aptos"/>
              </a:rPr>
              <a:t>Rejected criteria</a:t>
            </a:r>
          </a:p>
          <a:p>
            <a:pPr>
              <a:defRPr sz="1800" b="1">
                <a:solidFill>
                  <a:srgbClr val="17211D"/>
                </a:solidFill>
                <a:latin typeface="Aptos"/>
                <a:ea typeface="Aptos"/>
                <a:cs typeface="Aptos"/>
              </a:defRPr>
            </a:pPr>
            <a:r>
              <a:rPr sz="1800" b="1">
                <a:solidFill>
                  <a:srgbClr val="17211D"/>
                </a:solidFill>
                <a:latin typeface="Aptos"/>
                <a:ea typeface="Aptos"/>
                <a:cs typeface="Aptos"/>
              </a:rPr>
              <a:t>Slow loading</a:t>
            </a:r>
          </a:p>
          <a:p>
            <a:pPr>
              <a:defRPr sz="1800" b="1">
                <a:solidFill>
                  <a:srgbClr val="17211D"/>
                </a:solidFill>
                <a:latin typeface="Aptos"/>
                <a:ea typeface="Aptos"/>
                <a:cs typeface="Aptos"/>
              </a:defRPr>
            </a:pPr>
            <a:r>
              <a:rPr sz="1800" b="1">
                <a:solidFill>
                  <a:srgbClr val="17211D"/>
                </a:solidFill>
                <a:latin typeface="Aptos"/>
                <a:ea typeface="Aptos"/>
                <a:cs typeface="Aptos"/>
              </a:rPr>
              <a:t>Input validation</a:t>
            </a:r>
          </a:p>
        </p:txBody>
      </p:sp>
      <p:sp>
        <p:nvSpPr>
          <p:cNvPr id="13" name="矩形 12">
            <a:extLst>
              <a:ext uri="{FF2B5EF4-FFF2-40B4-BE49-F238E27FC236}">
                <a16:creationId xmlns:a16="http://schemas.microsoft.com/office/drawing/2014/main" id="{005A103F-7494-4549-B948-5A584720EDCA}"/>
              </a:ext>
            </a:extLst>
          </p:cNvPr>
          <p:cNvSpPr>
            <a:spLocks noGrp="1"/>
          </p:cNvSpPr>
          <p:nvPr/>
        </p:nvSpPr>
        <p:spPr>
          <a:xfrm>
            <a:off x="609600" y="4095750"/>
            <a:ext cx="1714500" cy="247650"/>
          </a:xfrm>
          <a:prstGeom prst="rect">
            <a:avLst/>
          </a:prstGeom>
          <a:noFill/>
          <a:ln w="0">
            <a:noFill/>
          </a:ln>
        </p:spPr>
        <p:txBody>
          <a:bodyPr anchor="t">
            <a:noAutofit/>
          </a:bodyPr>
          <a:lstStyle/>
          <a:p>
            <a:pPr>
              <a:defRPr sz="1125" b="1">
                <a:solidFill>
                  <a:srgbClr val="667B64"/>
                </a:solidFill>
                <a:latin typeface="Aptos"/>
                <a:ea typeface="Aptos"/>
                <a:cs typeface="Aptos"/>
              </a:defRPr>
            </a:pPr>
            <a:r>
              <a:rPr sz="1400" b="1">
                <a:solidFill>
                  <a:srgbClr val="667B64"/>
                </a:solidFill>
                <a:latin typeface="Aptos"/>
                <a:ea typeface="Aptos"/>
                <a:cs typeface="Aptos"/>
              </a:rPr>
              <a:t>Testing signal</a:t>
            </a:r>
          </a:p>
        </p:txBody>
      </p:sp>
      <p:sp>
        <p:nvSpPr>
          <p:cNvPr id="14" name="矩形 13">
            <a:extLst>
              <a:ext uri="{FF2B5EF4-FFF2-40B4-BE49-F238E27FC236}">
                <a16:creationId xmlns:a16="http://schemas.microsoft.com/office/drawing/2014/main" id="{B4DCCF1C-D0D3-4452-9AAA-DFFA718C0ECE}"/>
              </a:ext>
            </a:extLst>
          </p:cNvPr>
          <p:cNvSpPr>
            <a:spLocks noGrp="1"/>
          </p:cNvSpPr>
          <p:nvPr/>
        </p:nvSpPr>
        <p:spPr>
          <a:xfrm>
            <a:off x="609600" y="4438650"/>
            <a:ext cx="9858375" cy="838200"/>
          </a:xfrm>
          <a:prstGeom prst="rect">
            <a:avLst/>
          </a:prstGeom>
          <a:noFill/>
          <a:ln w="0">
            <a:noFill/>
          </a:ln>
        </p:spPr>
        <p:txBody>
          <a:bodyPr anchor="t">
            <a:normAutofit/>
          </a:bodyPr>
          <a:lstStyle/>
          <a:p>
            <a:pPr>
              <a:defRPr sz="2025" b="1">
                <a:solidFill>
                  <a:srgbClr val="17211D"/>
                </a:solidFill>
                <a:latin typeface="Aptos"/>
                <a:ea typeface="Aptos"/>
                <a:cs typeface="Aptos"/>
              </a:defRPr>
            </a:pPr>
            <a:r>
              <a:rPr sz="2025" b="1">
                <a:solidFill>
                  <a:srgbClr val="17211D"/>
                </a:solidFill>
                <a:latin typeface="Aptos"/>
                <a:ea typeface="Aptos"/>
                <a:cs typeface="Aptos"/>
              </a:rPr>
              <a:t>Users and the mentor understood the value, but several interactions asked for too much effort or failed under realistic input and loading conditions.</a:t>
            </a:r>
          </a:p>
        </p:txBody>
      </p:sp>
      <p:sp>
        <p:nvSpPr>
          <p:cNvPr id="15" name="矩形 14">
            <a:extLst>
              <a:ext uri="{FF2B5EF4-FFF2-40B4-BE49-F238E27FC236}">
                <a16:creationId xmlns:a16="http://schemas.microsoft.com/office/drawing/2014/main" id="{BC0CAF23-A9D5-408E-BAFE-8310F1BE17A2}"/>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Tree>
    <p:extLst>
      <p:ext uri="{BB962C8B-B14F-4D97-AF65-F5344CB8AC3E}">
        <p14:creationId xmlns:p14="http://schemas.microsoft.com/office/powerpoint/2010/main" val="1084606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7D517E82-D5B8-41AC-A0E0-3FACF4DA2CDC}"/>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AI DESIGN DOCUMENT AND FIXES</a:t>
            </a:r>
          </a:p>
        </p:txBody>
      </p:sp>
      <p:sp>
        <p:nvSpPr>
          <p:cNvPr id="2" name="矩形 1">
            <a:extLst>
              <a:ext uri="{FF2B5EF4-FFF2-40B4-BE49-F238E27FC236}">
                <a16:creationId xmlns:a16="http://schemas.microsoft.com/office/drawing/2014/main" id="{F5B70DF0-F2D1-4EF6-BCC4-AA5E4ACFCB3F}"/>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Feedback becomes testable Iteration 2 work</a:t>
            </a:r>
          </a:p>
        </p:txBody>
      </p:sp>
      <p:sp>
        <p:nvSpPr>
          <p:cNvPr id="3" name="矩形 2">
            <a:extLst>
              <a:ext uri="{FF2B5EF4-FFF2-40B4-BE49-F238E27FC236}">
                <a16:creationId xmlns:a16="http://schemas.microsoft.com/office/drawing/2014/main" id="{5FC537E2-BD47-489E-8DCF-72AF5D92F6FE}"/>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06</a:t>
            </a:r>
          </a:p>
        </p:txBody>
      </p:sp>
      <p:sp>
        <p:nvSpPr>
          <p:cNvPr id="4" name="矩形 3">
            <a:extLst>
              <a:ext uri="{FF2B5EF4-FFF2-40B4-BE49-F238E27FC236}">
                <a16:creationId xmlns:a16="http://schemas.microsoft.com/office/drawing/2014/main" id="{8147EEF1-8578-44E3-B7DC-8DCC2860595E}"/>
              </a:ext>
            </a:extLst>
          </p:cNvPr>
          <p:cNvSpPr>
            <a:spLocks noGrp="1"/>
          </p:cNvSpPr>
          <p:nvPr/>
        </p:nvSpPr>
        <p:spPr>
          <a:xfrm>
            <a:off x="609600" y="1371600"/>
            <a:ext cx="1857375" cy="228600"/>
          </a:xfrm>
          <a:prstGeom prst="rect">
            <a:avLst/>
          </a:prstGeom>
          <a:noFill/>
          <a:ln w="0">
            <a:noFill/>
          </a:ln>
        </p:spPr>
        <p:txBody>
          <a:bodyPr anchor="t">
            <a:normAutofit fontScale="85714"/>
          </a:bodyPr>
          <a:lstStyle/>
          <a:p>
            <a:pPr>
              <a:defRPr sz="1050" b="1">
                <a:solidFill>
                  <a:srgbClr val="66706B"/>
                </a:solidFill>
                <a:latin typeface="Aptos"/>
                <a:ea typeface="Aptos"/>
                <a:cs typeface="Aptos"/>
              </a:defRPr>
            </a:pPr>
            <a:r>
              <a:rPr sz="1050" b="1">
                <a:solidFill>
                  <a:srgbClr val="66706B"/>
                </a:solidFill>
                <a:latin typeface="Aptos"/>
                <a:ea typeface="Aptos"/>
                <a:cs typeface="Aptos"/>
              </a:rPr>
              <a:t>Observed</a:t>
            </a:r>
          </a:p>
        </p:txBody>
      </p:sp>
      <p:sp>
        <p:nvSpPr>
          <p:cNvPr id="5" name="矩形 4">
            <a:extLst>
              <a:ext uri="{FF2B5EF4-FFF2-40B4-BE49-F238E27FC236}">
                <a16:creationId xmlns:a16="http://schemas.microsoft.com/office/drawing/2014/main" id="{EBEA23A0-6E94-4BD8-A1F0-66641BC64183}"/>
              </a:ext>
            </a:extLst>
          </p:cNvPr>
          <p:cNvSpPr>
            <a:spLocks noGrp="1"/>
          </p:cNvSpPr>
          <p:nvPr/>
        </p:nvSpPr>
        <p:spPr>
          <a:xfrm>
            <a:off x="2647950" y="1371600"/>
            <a:ext cx="2381250" cy="228600"/>
          </a:xfrm>
          <a:prstGeom prst="rect">
            <a:avLst/>
          </a:prstGeom>
          <a:noFill/>
          <a:ln w="0">
            <a:noFill/>
          </a:ln>
        </p:spPr>
        <p:txBody>
          <a:bodyPr anchor="t">
            <a:normAutofit fontScale="85714"/>
          </a:bodyPr>
          <a:lstStyle/>
          <a:p>
            <a:pPr>
              <a:defRPr sz="1050" b="1">
                <a:solidFill>
                  <a:srgbClr val="66706B"/>
                </a:solidFill>
                <a:latin typeface="Aptos"/>
                <a:ea typeface="Aptos"/>
                <a:cs typeface="Aptos"/>
              </a:defRPr>
            </a:pPr>
            <a:r>
              <a:rPr sz="1050" b="1">
                <a:solidFill>
                  <a:srgbClr val="66706B"/>
                </a:solidFill>
                <a:latin typeface="Aptos"/>
                <a:ea typeface="Aptos"/>
                <a:cs typeface="Aptos"/>
              </a:rPr>
              <a:t>Root cause</a:t>
            </a:r>
          </a:p>
        </p:txBody>
      </p:sp>
      <p:sp>
        <p:nvSpPr>
          <p:cNvPr id="6" name="矩形 5">
            <a:extLst>
              <a:ext uri="{FF2B5EF4-FFF2-40B4-BE49-F238E27FC236}">
                <a16:creationId xmlns:a16="http://schemas.microsoft.com/office/drawing/2014/main" id="{0DD09622-E2E5-4A84-AD05-A32928D6736A}"/>
              </a:ext>
            </a:extLst>
          </p:cNvPr>
          <p:cNvSpPr>
            <a:spLocks noGrp="1"/>
          </p:cNvSpPr>
          <p:nvPr/>
        </p:nvSpPr>
        <p:spPr>
          <a:xfrm>
            <a:off x="5334000" y="1371600"/>
            <a:ext cx="3048000" cy="228600"/>
          </a:xfrm>
          <a:prstGeom prst="rect">
            <a:avLst/>
          </a:prstGeom>
          <a:noFill/>
          <a:ln w="0">
            <a:noFill/>
          </a:ln>
        </p:spPr>
        <p:txBody>
          <a:bodyPr anchor="t">
            <a:normAutofit fontScale="85714"/>
          </a:bodyPr>
          <a:lstStyle/>
          <a:p>
            <a:pPr>
              <a:defRPr sz="1050" b="1">
                <a:solidFill>
                  <a:srgbClr val="66706B"/>
                </a:solidFill>
                <a:latin typeface="Aptos"/>
                <a:ea typeface="Aptos"/>
                <a:cs typeface="Aptos"/>
              </a:defRPr>
            </a:pPr>
            <a:r>
              <a:rPr sz="1050" b="1">
                <a:solidFill>
                  <a:srgbClr val="66706B"/>
                </a:solidFill>
                <a:latin typeface="Aptos"/>
                <a:ea typeface="Aptos"/>
                <a:cs typeface="Aptos"/>
              </a:rPr>
              <a:t>Design response</a:t>
            </a:r>
          </a:p>
        </p:txBody>
      </p:sp>
      <p:sp>
        <p:nvSpPr>
          <p:cNvPr id="7" name="矩形 6">
            <a:extLst>
              <a:ext uri="{FF2B5EF4-FFF2-40B4-BE49-F238E27FC236}">
                <a16:creationId xmlns:a16="http://schemas.microsoft.com/office/drawing/2014/main" id="{EDF74ABF-3B39-41B0-860E-6D732BA6CDC9}"/>
              </a:ext>
            </a:extLst>
          </p:cNvPr>
          <p:cNvSpPr>
            <a:spLocks noGrp="1"/>
          </p:cNvSpPr>
          <p:nvPr/>
        </p:nvSpPr>
        <p:spPr>
          <a:xfrm>
            <a:off x="8877300" y="1371600"/>
            <a:ext cx="2381250" cy="228600"/>
          </a:xfrm>
          <a:prstGeom prst="rect">
            <a:avLst/>
          </a:prstGeom>
          <a:noFill/>
          <a:ln w="0">
            <a:noFill/>
          </a:ln>
        </p:spPr>
        <p:txBody>
          <a:bodyPr anchor="t">
            <a:normAutofit fontScale="85714"/>
          </a:bodyPr>
          <a:lstStyle/>
          <a:p>
            <a:pPr>
              <a:defRPr sz="1050" b="1">
                <a:solidFill>
                  <a:srgbClr val="66706B"/>
                </a:solidFill>
                <a:latin typeface="Aptos"/>
                <a:ea typeface="Aptos"/>
                <a:cs typeface="Aptos"/>
              </a:defRPr>
            </a:pPr>
            <a:r>
              <a:rPr sz="1050" b="1">
                <a:solidFill>
                  <a:srgbClr val="66706B"/>
                </a:solidFill>
                <a:latin typeface="Aptos"/>
                <a:ea typeface="Aptos"/>
                <a:cs typeface="Aptos"/>
              </a:rPr>
              <a:t>Proof</a:t>
            </a:r>
          </a:p>
        </p:txBody>
      </p:sp>
      <p:sp>
        <p:nvSpPr>
          <p:cNvPr id="8" name="矩形: 圆角 7">
            <a:extLst>
              <a:ext uri="{FF2B5EF4-FFF2-40B4-BE49-F238E27FC236}">
                <a16:creationId xmlns:a16="http://schemas.microsoft.com/office/drawing/2014/main" id="{D4A9EB5A-1E90-46B3-82FB-CE5C9E38623B}"/>
              </a:ext>
            </a:extLst>
          </p:cNvPr>
          <p:cNvSpPr>
            <a:spLocks noGrp="1"/>
          </p:cNvSpPr>
          <p:nvPr/>
        </p:nvSpPr>
        <p:spPr>
          <a:xfrm>
            <a:off x="609600" y="1733550"/>
            <a:ext cx="10972800" cy="781050"/>
          </a:xfrm>
          <a:prstGeom prst="roundRect">
            <a:avLst>
              <a:gd name="adj" fmla="val 9756"/>
            </a:avLst>
          </a:prstGeom>
          <a:solidFill>
            <a:srgbClr val="F4F0E7"/>
          </a:solidFill>
          <a:ln w="0">
            <a:noFill/>
          </a:ln>
        </p:spPr>
        <p:txBody>
          <a:bodyPr/>
          <a:lstStyle/>
          <a:p>
            <a:endParaRPr lang="zh-CN" altLang="en-US"/>
          </a:p>
        </p:txBody>
      </p:sp>
      <p:sp>
        <p:nvSpPr>
          <p:cNvPr id="9" name="矩形 8">
            <a:extLst>
              <a:ext uri="{FF2B5EF4-FFF2-40B4-BE49-F238E27FC236}">
                <a16:creationId xmlns:a16="http://schemas.microsoft.com/office/drawing/2014/main" id="{19D2FE4B-B19D-4CBF-AABC-AD9FE2B696D3}"/>
              </a:ext>
            </a:extLst>
          </p:cNvPr>
          <p:cNvSpPr>
            <a:spLocks noGrp="1"/>
          </p:cNvSpPr>
          <p:nvPr/>
        </p:nvSpPr>
        <p:spPr>
          <a:xfrm>
            <a:off x="800100" y="1905000"/>
            <a:ext cx="1619250" cy="476250"/>
          </a:xfrm>
          <a:prstGeom prst="rect">
            <a:avLst/>
          </a:prstGeom>
          <a:noFill/>
          <a:ln w="0">
            <a:noFill/>
          </a:ln>
        </p:spPr>
        <p:txBody>
          <a:bodyPr anchor="t">
            <a:normAutofit/>
          </a:bodyPr>
          <a:lstStyle/>
          <a:p>
            <a:pPr>
              <a:defRPr sz="1350" b="1">
                <a:solidFill>
                  <a:srgbClr val="667B64"/>
                </a:solidFill>
                <a:latin typeface="Aptos"/>
                <a:ea typeface="Aptos"/>
                <a:cs typeface="Aptos"/>
              </a:defRPr>
            </a:pPr>
            <a:r>
              <a:rPr sz="1350" b="1">
                <a:solidFill>
                  <a:srgbClr val="667B64"/>
                </a:solidFill>
                <a:latin typeface="Aptos"/>
                <a:ea typeface="Aptos"/>
                <a:cs typeface="Aptos"/>
              </a:rPr>
              <a:t>Rejected ACs</a:t>
            </a:r>
          </a:p>
        </p:txBody>
      </p:sp>
      <p:sp>
        <p:nvSpPr>
          <p:cNvPr id="10" name="矩形 9">
            <a:extLst>
              <a:ext uri="{FF2B5EF4-FFF2-40B4-BE49-F238E27FC236}">
                <a16:creationId xmlns:a16="http://schemas.microsoft.com/office/drawing/2014/main" id="{2E6EC35C-9A30-4722-B3E5-94D36B9DED1B}"/>
              </a:ext>
            </a:extLst>
          </p:cNvPr>
          <p:cNvSpPr>
            <a:spLocks noGrp="1"/>
          </p:cNvSpPr>
          <p:nvPr/>
        </p:nvSpPr>
        <p:spPr>
          <a:xfrm>
            <a:off x="2647950" y="1866900"/>
            <a:ext cx="236220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Criteria described backend behaviour</a:t>
            </a:r>
          </a:p>
        </p:txBody>
      </p:sp>
      <p:sp>
        <p:nvSpPr>
          <p:cNvPr id="11" name="矩形 10">
            <a:extLst>
              <a:ext uri="{FF2B5EF4-FFF2-40B4-BE49-F238E27FC236}">
                <a16:creationId xmlns:a16="http://schemas.microsoft.com/office/drawing/2014/main" id="{B0BB3FF5-BDF1-4F43-8DCA-306FE06691CF}"/>
              </a:ext>
            </a:extLst>
          </p:cNvPr>
          <p:cNvSpPr>
            <a:spLocks noGrp="1"/>
          </p:cNvSpPr>
          <p:nvPr/>
        </p:nvSpPr>
        <p:spPr>
          <a:xfrm>
            <a:off x="5334000" y="1866900"/>
            <a:ext cx="31051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Rewrite around user action and visible response</a:t>
            </a:r>
          </a:p>
        </p:txBody>
      </p:sp>
      <p:sp>
        <p:nvSpPr>
          <p:cNvPr id="12" name="矩形 11">
            <a:extLst>
              <a:ext uri="{FF2B5EF4-FFF2-40B4-BE49-F238E27FC236}">
                <a16:creationId xmlns:a16="http://schemas.microsoft.com/office/drawing/2014/main" id="{04DB248B-937F-4224-90F2-772A0538A3F3}"/>
              </a:ext>
            </a:extLst>
          </p:cNvPr>
          <p:cNvSpPr>
            <a:spLocks noGrp="1"/>
          </p:cNvSpPr>
          <p:nvPr/>
        </p:nvSpPr>
        <p:spPr>
          <a:xfrm>
            <a:off x="8877300" y="1866900"/>
            <a:ext cx="23812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Repeat mentor acceptance test</a:t>
            </a:r>
          </a:p>
        </p:txBody>
      </p:sp>
      <p:sp>
        <p:nvSpPr>
          <p:cNvPr id="13" name="矩形: 圆角 12">
            <a:extLst>
              <a:ext uri="{FF2B5EF4-FFF2-40B4-BE49-F238E27FC236}">
                <a16:creationId xmlns:a16="http://schemas.microsoft.com/office/drawing/2014/main" id="{AC78D124-5B3E-4AEA-8DE3-F934D5EB464E}"/>
              </a:ext>
            </a:extLst>
          </p:cNvPr>
          <p:cNvSpPr>
            <a:spLocks noGrp="1"/>
          </p:cNvSpPr>
          <p:nvPr/>
        </p:nvSpPr>
        <p:spPr>
          <a:xfrm>
            <a:off x="609600" y="2724150"/>
            <a:ext cx="10972800" cy="781050"/>
          </a:xfrm>
          <a:prstGeom prst="roundRect">
            <a:avLst>
              <a:gd name="adj" fmla="val 9756"/>
            </a:avLst>
          </a:prstGeom>
          <a:solidFill>
            <a:srgbClr val="EEEDE7"/>
          </a:solidFill>
          <a:ln w="0">
            <a:noFill/>
          </a:ln>
        </p:spPr>
        <p:txBody>
          <a:bodyPr/>
          <a:lstStyle/>
          <a:p>
            <a:endParaRPr lang="zh-CN" altLang="en-US"/>
          </a:p>
        </p:txBody>
      </p:sp>
      <p:sp>
        <p:nvSpPr>
          <p:cNvPr id="14" name="矩形 13">
            <a:extLst>
              <a:ext uri="{FF2B5EF4-FFF2-40B4-BE49-F238E27FC236}">
                <a16:creationId xmlns:a16="http://schemas.microsoft.com/office/drawing/2014/main" id="{B1532925-A19D-4745-916E-ADA69EDDA727}"/>
              </a:ext>
            </a:extLst>
          </p:cNvPr>
          <p:cNvSpPr>
            <a:spLocks noGrp="1"/>
          </p:cNvSpPr>
          <p:nvPr/>
        </p:nvSpPr>
        <p:spPr>
          <a:xfrm>
            <a:off x="800100" y="2895600"/>
            <a:ext cx="1619250" cy="476250"/>
          </a:xfrm>
          <a:prstGeom prst="rect">
            <a:avLst/>
          </a:prstGeom>
          <a:noFill/>
          <a:ln w="0">
            <a:noFill/>
          </a:ln>
        </p:spPr>
        <p:txBody>
          <a:bodyPr anchor="t">
            <a:normAutofit/>
          </a:bodyPr>
          <a:lstStyle/>
          <a:p>
            <a:pPr>
              <a:defRPr sz="1350" b="1">
                <a:solidFill>
                  <a:srgbClr val="667B64"/>
                </a:solidFill>
                <a:latin typeface="Aptos"/>
                <a:ea typeface="Aptos"/>
                <a:cs typeface="Aptos"/>
              </a:defRPr>
            </a:pPr>
            <a:r>
              <a:rPr sz="1350" b="1">
                <a:solidFill>
                  <a:srgbClr val="667B64"/>
                </a:solidFill>
                <a:latin typeface="Aptos"/>
                <a:ea typeface="Aptos"/>
                <a:cs typeface="Aptos"/>
              </a:rPr>
              <a:t>Loading</a:t>
            </a:r>
          </a:p>
        </p:txBody>
      </p:sp>
      <p:sp>
        <p:nvSpPr>
          <p:cNvPr id="15" name="矩形 14">
            <a:extLst>
              <a:ext uri="{FF2B5EF4-FFF2-40B4-BE49-F238E27FC236}">
                <a16:creationId xmlns:a16="http://schemas.microsoft.com/office/drawing/2014/main" id="{BC1FABF5-1AB4-47D5-A946-C0FC7E32D837}"/>
              </a:ext>
            </a:extLst>
          </p:cNvPr>
          <p:cNvSpPr>
            <a:spLocks noGrp="1"/>
          </p:cNvSpPr>
          <p:nvPr/>
        </p:nvSpPr>
        <p:spPr>
          <a:xfrm>
            <a:off x="2647950" y="2857500"/>
            <a:ext cx="236220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Inventory slowed as data grew</a:t>
            </a:r>
          </a:p>
        </p:txBody>
      </p:sp>
      <p:sp>
        <p:nvSpPr>
          <p:cNvPr id="16" name="矩形 15">
            <a:extLst>
              <a:ext uri="{FF2B5EF4-FFF2-40B4-BE49-F238E27FC236}">
                <a16:creationId xmlns:a16="http://schemas.microsoft.com/office/drawing/2014/main" id="{D53584D5-DDA2-446D-9A48-CB000F8B65B9}"/>
              </a:ext>
            </a:extLst>
          </p:cNvPr>
          <p:cNvSpPr>
            <a:spLocks noGrp="1"/>
          </p:cNvSpPr>
          <p:nvPr/>
        </p:nvSpPr>
        <p:spPr>
          <a:xfrm>
            <a:off x="5334000" y="2857500"/>
            <a:ext cx="31051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Cache shared snapshots and load only changed domains</a:t>
            </a:r>
          </a:p>
        </p:txBody>
      </p:sp>
      <p:sp>
        <p:nvSpPr>
          <p:cNvPr id="17" name="矩形 16">
            <a:extLst>
              <a:ext uri="{FF2B5EF4-FFF2-40B4-BE49-F238E27FC236}">
                <a16:creationId xmlns:a16="http://schemas.microsoft.com/office/drawing/2014/main" id="{C6751566-4A36-4762-B60C-8DD05DC5FC4F}"/>
              </a:ext>
            </a:extLst>
          </p:cNvPr>
          <p:cNvSpPr>
            <a:spLocks noGrp="1"/>
          </p:cNvSpPr>
          <p:nvPr/>
        </p:nvSpPr>
        <p:spPr>
          <a:xfrm>
            <a:off x="8877300" y="2857500"/>
            <a:ext cx="23812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Measure p95 load time</a:t>
            </a:r>
          </a:p>
        </p:txBody>
      </p:sp>
      <p:sp>
        <p:nvSpPr>
          <p:cNvPr id="18" name="矩形: 圆角 17">
            <a:extLst>
              <a:ext uri="{FF2B5EF4-FFF2-40B4-BE49-F238E27FC236}">
                <a16:creationId xmlns:a16="http://schemas.microsoft.com/office/drawing/2014/main" id="{46951121-43E6-4736-A2B4-88310992F1B4}"/>
              </a:ext>
            </a:extLst>
          </p:cNvPr>
          <p:cNvSpPr>
            <a:spLocks noGrp="1"/>
          </p:cNvSpPr>
          <p:nvPr/>
        </p:nvSpPr>
        <p:spPr>
          <a:xfrm>
            <a:off x="609600" y="3714750"/>
            <a:ext cx="10972800" cy="781050"/>
          </a:xfrm>
          <a:prstGeom prst="roundRect">
            <a:avLst>
              <a:gd name="adj" fmla="val 9756"/>
            </a:avLst>
          </a:prstGeom>
          <a:solidFill>
            <a:srgbClr val="F4F0E7"/>
          </a:solidFill>
          <a:ln w="0">
            <a:noFill/>
          </a:ln>
        </p:spPr>
        <p:txBody>
          <a:bodyPr/>
          <a:lstStyle/>
          <a:p>
            <a:endParaRPr lang="zh-CN" altLang="en-US"/>
          </a:p>
        </p:txBody>
      </p:sp>
      <p:sp>
        <p:nvSpPr>
          <p:cNvPr id="19" name="矩形 18">
            <a:extLst>
              <a:ext uri="{FF2B5EF4-FFF2-40B4-BE49-F238E27FC236}">
                <a16:creationId xmlns:a16="http://schemas.microsoft.com/office/drawing/2014/main" id="{D043C1F3-3C8E-432D-944B-1526CF659708}"/>
              </a:ext>
            </a:extLst>
          </p:cNvPr>
          <p:cNvSpPr>
            <a:spLocks noGrp="1"/>
          </p:cNvSpPr>
          <p:nvPr/>
        </p:nvSpPr>
        <p:spPr>
          <a:xfrm>
            <a:off x="800100" y="3886200"/>
            <a:ext cx="1619250" cy="476250"/>
          </a:xfrm>
          <a:prstGeom prst="rect">
            <a:avLst/>
          </a:prstGeom>
          <a:noFill/>
          <a:ln w="0">
            <a:noFill/>
          </a:ln>
        </p:spPr>
        <p:txBody>
          <a:bodyPr anchor="t">
            <a:normAutofit/>
          </a:bodyPr>
          <a:lstStyle/>
          <a:p>
            <a:pPr>
              <a:defRPr sz="1350" b="1">
                <a:solidFill>
                  <a:srgbClr val="667B64"/>
                </a:solidFill>
                <a:latin typeface="Aptos"/>
                <a:ea typeface="Aptos"/>
                <a:cs typeface="Aptos"/>
              </a:defRPr>
            </a:pPr>
            <a:r>
              <a:rPr sz="1350" b="1">
                <a:solidFill>
                  <a:srgbClr val="667B64"/>
                </a:solidFill>
                <a:latin typeface="Aptos"/>
                <a:ea typeface="Aptos"/>
                <a:cs typeface="Aptos"/>
              </a:rPr>
              <a:t>Input</a:t>
            </a:r>
          </a:p>
        </p:txBody>
      </p:sp>
      <p:sp>
        <p:nvSpPr>
          <p:cNvPr id="20" name="矩形 19">
            <a:extLst>
              <a:ext uri="{FF2B5EF4-FFF2-40B4-BE49-F238E27FC236}">
                <a16:creationId xmlns:a16="http://schemas.microsoft.com/office/drawing/2014/main" id="{21DD4259-2FE5-436F-84E5-396E21F037E0}"/>
              </a:ext>
            </a:extLst>
          </p:cNvPr>
          <p:cNvSpPr>
            <a:spLocks noGrp="1"/>
          </p:cNvSpPr>
          <p:nvPr/>
        </p:nvSpPr>
        <p:spPr>
          <a:xfrm>
            <a:off x="2647950" y="3848100"/>
            <a:ext cx="236220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Invalid and extreme quantities passed too far</a:t>
            </a:r>
          </a:p>
        </p:txBody>
      </p:sp>
      <p:sp>
        <p:nvSpPr>
          <p:cNvPr id="21" name="矩形 20">
            <a:extLst>
              <a:ext uri="{FF2B5EF4-FFF2-40B4-BE49-F238E27FC236}">
                <a16:creationId xmlns:a16="http://schemas.microsoft.com/office/drawing/2014/main" id="{4CB4DC77-567E-41DC-AAF5-1B9248EBF899}"/>
              </a:ext>
            </a:extLst>
          </p:cNvPr>
          <p:cNvSpPr>
            <a:spLocks noGrp="1"/>
          </p:cNvSpPr>
          <p:nvPr/>
        </p:nvSpPr>
        <p:spPr>
          <a:xfrm>
            <a:off x="5334000" y="3848100"/>
            <a:ext cx="31051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Client validation plus database constraints</a:t>
            </a:r>
          </a:p>
        </p:txBody>
      </p:sp>
      <p:sp>
        <p:nvSpPr>
          <p:cNvPr id="22" name="矩形 21">
            <a:extLst>
              <a:ext uri="{FF2B5EF4-FFF2-40B4-BE49-F238E27FC236}">
                <a16:creationId xmlns:a16="http://schemas.microsoft.com/office/drawing/2014/main" id="{C42A76FD-CFAA-4BC1-8BF3-BE32AE73713B}"/>
              </a:ext>
            </a:extLst>
          </p:cNvPr>
          <p:cNvSpPr>
            <a:spLocks noGrp="1"/>
          </p:cNvSpPr>
          <p:nvPr/>
        </p:nvSpPr>
        <p:spPr>
          <a:xfrm>
            <a:off x="8877300" y="3848100"/>
            <a:ext cx="23812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Negative-path test suite</a:t>
            </a:r>
          </a:p>
        </p:txBody>
      </p:sp>
      <p:sp>
        <p:nvSpPr>
          <p:cNvPr id="23" name="矩形: 圆角 22">
            <a:extLst>
              <a:ext uri="{FF2B5EF4-FFF2-40B4-BE49-F238E27FC236}">
                <a16:creationId xmlns:a16="http://schemas.microsoft.com/office/drawing/2014/main" id="{140A15C8-C8F8-486E-B51F-9DF45ECFA3EF}"/>
              </a:ext>
            </a:extLst>
          </p:cNvPr>
          <p:cNvSpPr>
            <a:spLocks noGrp="1"/>
          </p:cNvSpPr>
          <p:nvPr/>
        </p:nvSpPr>
        <p:spPr>
          <a:xfrm>
            <a:off x="609600" y="4705350"/>
            <a:ext cx="10972800" cy="781050"/>
          </a:xfrm>
          <a:prstGeom prst="roundRect">
            <a:avLst>
              <a:gd name="adj" fmla="val 9756"/>
            </a:avLst>
          </a:prstGeom>
          <a:solidFill>
            <a:srgbClr val="EEEDE7"/>
          </a:solidFill>
          <a:ln w="0">
            <a:noFill/>
          </a:ln>
        </p:spPr>
        <p:txBody>
          <a:bodyPr/>
          <a:lstStyle/>
          <a:p>
            <a:endParaRPr lang="zh-CN" altLang="en-US"/>
          </a:p>
        </p:txBody>
      </p:sp>
      <p:sp>
        <p:nvSpPr>
          <p:cNvPr id="24" name="矩形 23">
            <a:extLst>
              <a:ext uri="{FF2B5EF4-FFF2-40B4-BE49-F238E27FC236}">
                <a16:creationId xmlns:a16="http://schemas.microsoft.com/office/drawing/2014/main" id="{9EAFDC23-8BB8-4C8F-A4B9-315EDCB316C8}"/>
              </a:ext>
            </a:extLst>
          </p:cNvPr>
          <p:cNvSpPr>
            <a:spLocks noGrp="1"/>
          </p:cNvSpPr>
          <p:nvPr/>
        </p:nvSpPr>
        <p:spPr>
          <a:xfrm>
            <a:off x="800100" y="4876800"/>
            <a:ext cx="1619250" cy="476250"/>
          </a:xfrm>
          <a:prstGeom prst="rect">
            <a:avLst/>
          </a:prstGeom>
          <a:noFill/>
          <a:ln w="0">
            <a:noFill/>
          </a:ln>
        </p:spPr>
        <p:txBody>
          <a:bodyPr anchor="t">
            <a:normAutofit/>
          </a:bodyPr>
          <a:lstStyle/>
          <a:p>
            <a:pPr>
              <a:defRPr sz="1350" b="1">
                <a:solidFill>
                  <a:srgbClr val="667B64"/>
                </a:solidFill>
                <a:latin typeface="Aptos"/>
                <a:ea typeface="Aptos"/>
                <a:cs typeface="Aptos"/>
              </a:defRPr>
            </a:pPr>
            <a:r>
              <a:rPr sz="1350" b="1">
                <a:solidFill>
                  <a:srgbClr val="667B64"/>
                </a:solidFill>
                <a:latin typeface="Aptos"/>
                <a:ea typeface="Aptos"/>
                <a:cs typeface="Aptos"/>
              </a:rPr>
              <a:t>Shopping</a:t>
            </a:r>
          </a:p>
        </p:txBody>
      </p:sp>
      <p:sp>
        <p:nvSpPr>
          <p:cNvPr id="25" name="矩形 24">
            <a:extLst>
              <a:ext uri="{FF2B5EF4-FFF2-40B4-BE49-F238E27FC236}">
                <a16:creationId xmlns:a16="http://schemas.microsoft.com/office/drawing/2014/main" id="{09B34EAB-ECA4-4D3C-B42A-3C5705B269EA}"/>
              </a:ext>
            </a:extLst>
          </p:cNvPr>
          <p:cNvSpPr>
            <a:spLocks noGrp="1"/>
          </p:cNvSpPr>
          <p:nvPr/>
        </p:nvSpPr>
        <p:spPr>
          <a:xfrm>
            <a:off x="2647950" y="4838700"/>
            <a:ext cx="236220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Checkout repeated quantity and storage entry</a:t>
            </a:r>
          </a:p>
        </p:txBody>
      </p:sp>
      <p:sp>
        <p:nvSpPr>
          <p:cNvPr id="26" name="矩形 25">
            <a:extLst>
              <a:ext uri="{FF2B5EF4-FFF2-40B4-BE49-F238E27FC236}">
                <a16:creationId xmlns:a16="http://schemas.microsoft.com/office/drawing/2014/main" id="{F0405262-26A8-47AD-B87C-904611472541}"/>
              </a:ext>
            </a:extLst>
          </p:cNvPr>
          <p:cNvSpPr>
            <a:spLocks noGrp="1"/>
          </p:cNvSpPr>
          <p:nvPr/>
        </p:nvSpPr>
        <p:spPr>
          <a:xfrm>
            <a:off x="5334000" y="4838700"/>
            <a:ext cx="31051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Reuse known context and confirm once</a:t>
            </a:r>
          </a:p>
        </p:txBody>
      </p:sp>
      <p:sp>
        <p:nvSpPr>
          <p:cNvPr id="27" name="矩形 26">
            <a:extLst>
              <a:ext uri="{FF2B5EF4-FFF2-40B4-BE49-F238E27FC236}">
                <a16:creationId xmlns:a16="http://schemas.microsoft.com/office/drawing/2014/main" id="{C861C7AE-75A0-44E7-8B39-725082AF0E06}"/>
              </a:ext>
            </a:extLst>
          </p:cNvPr>
          <p:cNvSpPr>
            <a:spLocks noGrp="1"/>
          </p:cNvSpPr>
          <p:nvPr/>
        </p:nvSpPr>
        <p:spPr>
          <a:xfrm>
            <a:off x="8877300" y="4838700"/>
            <a:ext cx="2381250" cy="533400"/>
          </a:xfrm>
          <a:prstGeom prst="rect">
            <a:avLst/>
          </a:prstGeom>
          <a:noFill/>
          <a:ln w="0">
            <a:noFill/>
          </a:ln>
        </p:spPr>
        <p:txBody>
          <a:bodyPr anchor="t">
            <a:normAutofit/>
          </a:bodyPr>
          <a:lstStyle/>
          <a:p>
            <a:pPr>
              <a:defRPr sz="1200" b="0">
                <a:solidFill>
                  <a:srgbClr val="17211D"/>
                </a:solidFill>
                <a:latin typeface="Aptos"/>
                <a:ea typeface="Aptos"/>
                <a:cs typeface="Aptos"/>
              </a:defRPr>
            </a:pPr>
            <a:r>
              <a:rPr sz="1200" b="0">
                <a:solidFill>
                  <a:srgbClr val="17211D"/>
                </a:solidFill>
                <a:latin typeface="Aptos"/>
                <a:ea typeface="Aptos"/>
                <a:cs typeface="Aptos"/>
              </a:rPr>
              <a:t>Multi-item usability test</a:t>
            </a:r>
          </a:p>
        </p:txBody>
      </p:sp>
      <p:sp>
        <p:nvSpPr>
          <p:cNvPr id="28" name="矩形 27">
            <a:extLst>
              <a:ext uri="{FF2B5EF4-FFF2-40B4-BE49-F238E27FC236}">
                <a16:creationId xmlns:a16="http://schemas.microsoft.com/office/drawing/2014/main" id="{C3B87CB8-A117-4FB4-9D05-02D40C2FE209}"/>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
        <p:nvSpPr>
          <p:cNvPr id="29" name="矩形 28">
            <a:extLst>
              <a:ext uri="{FF2B5EF4-FFF2-40B4-BE49-F238E27FC236}">
                <a16:creationId xmlns:a16="http://schemas.microsoft.com/office/drawing/2014/main" id="{D5E961F2-0573-451B-9B16-D03FE5742EE2}"/>
              </a:ext>
            </a:extLst>
          </p:cNvPr>
          <p:cNvSpPr>
            <a:spLocks noGrp="1"/>
          </p:cNvSpPr>
          <p:nvPr/>
        </p:nvSpPr>
        <p:spPr>
          <a:xfrm>
            <a:off x="609600" y="6553200"/>
            <a:ext cx="10287000" cy="190500"/>
          </a:xfrm>
          <a:prstGeom prst="rect">
            <a:avLst/>
          </a:prstGeom>
          <a:noFill/>
          <a:ln w="0">
            <a:noFill/>
          </a:ln>
        </p:spPr>
        <p:txBody>
          <a:bodyPr anchor="t">
            <a:normAutofit fontScale="89987" lnSpcReduction="10000"/>
          </a:bodyPr>
          <a:lstStyle/>
          <a:p>
            <a:pPr>
              <a:defRPr sz="788" b="0">
                <a:solidFill>
                  <a:srgbClr val="66706B"/>
                </a:solidFill>
                <a:latin typeface="Aptos"/>
                <a:ea typeface="Aptos"/>
                <a:cs typeface="Aptos"/>
              </a:defRPr>
            </a:pPr>
            <a:r>
              <a:rPr sz="788" b="0">
                <a:solidFill>
                  <a:srgbClr val="66706B"/>
                </a:solidFill>
                <a:latin typeface="Aptos"/>
                <a:ea typeface="Aptos"/>
                <a:cs typeface="Aptos"/>
              </a:rPr>
              <a:t>Acceptance evidence will be recorded against each corrected criterion</a:t>
            </a:r>
          </a:p>
        </p:txBody>
      </p:sp>
      <p:sp>
        <p:nvSpPr>
          <p:cNvPr id="30" name="矩形 29">
            <a:extLst>
              <a:ext uri="{FF2B5EF4-FFF2-40B4-BE49-F238E27FC236}">
                <a16:creationId xmlns:a16="http://schemas.microsoft.com/office/drawing/2014/main" id="{2E337C93-807A-4978-B700-4CAD7E5CDCB8}"/>
              </a:ext>
            </a:extLst>
          </p:cNvPr>
          <p:cNvSpPr>
            <a:spLocks noGrp="1"/>
          </p:cNvSpPr>
          <p:nvPr/>
        </p:nvSpPr>
        <p:spPr>
          <a:xfrm>
            <a:off x="9429750" y="6553200"/>
            <a:ext cx="2152650" cy="190500"/>
          </a:xfrm>
          <a:prstGeom prst="rect">
            <a:avLst/>
          </a:prstGeom>
          <a:noFill/>
          <a:ln w="0">
            <a:noFill/>
          </a:ln>
        </p:spPr>
        <p:txBody>
          <a:bodyPr anchor="t">
            <a:normAutofit fontScale="89987" lnSpcReduction="10000"/>
          </a:bodyPr>
          <a:lstStyle/>
          <a:p>
            <a:pPr>
              <a:defRPr sz="788" b="0">
                <a:solidFill>
                  <a:srgbClr val="66706B"/>
                </a:solidFill>
                <a:latin typeface="Aptos"/>
                <a:ea typeface="Aptos"/>
                <a:cs typeface="Aptos"/>
              </a:defRPr>
            </a:pPr>
            <a:r>
              <a:rPr sz="788" b="0">
                <a:solidFill>
                  <a:srgbClr val="66706B"/>
                </a:solidFill>
                <a:latin typeface="Aptos"/>
                <a:ea typeface="Aptos"/>
                <a:cs typeface="Aptos"/>
              </a:rPr>
              <a:t>KitchMemo - Iteration 2 Product Discovery</a:t>
            </a:r>
          </a:p>
        </p:txBody>
      </p:sp>
    </p:spTree>
    <p:extLst>
      <p:ext uri="{BB962C8B-B14F-4D97-AF65-F5344CB8AC3E}">
        <p14:creationId xmlns:p14="http://schemas.microsoft.com/office/powerpoint/2010/main" val="912166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C74F5745-268E-42B7-AAD8-09A13ACD910E}"/>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ITERATION PLAN</a:t>
            </a:r>
          </a:p>
        </p:txBody>
      </p:sp>
      <p:sp>
        <p:nvSpPr>
          <p:cNvPr id="2" name="矩形 1">
            <a:extLst>
              <a:ext uri="{FF2B5EF4-FFF2-40B4-BE49-F238E27FC236}">
                <a16:creationId xmlns:a16="http://schemas.microsoft.com/office/drawing/2014/main" id="{5D781F41-55FF-4CB3-A283-C1E47A0E9B3C}"/>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Five workstreams define Iteration 2</a:t>
            </a:r>
          </a:p>
        </p:txBody>
      </p:sp>
      <p:sp>
        <p:nvSpPr>
          <p:cNvPr id="3" name="矩形 2">
            <a:extLst>
              <a:ext uri="{FF2B5EF4-FFF2-40B4-BE49-F238E27FC236}">
                <a16:creationId xmlns:a16="http://schemas.microsoft.com/office/drawing/2014/main" id="{F36F059E-EA22-4444-B34B-2835581DA945}"/>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07</a:t>
            </a:r>
          </a:p>
        </p:txBody>
      </p:sp>
      <p:sp>
        <p:nvSpPr>
          <p:cNvPr id="4" name="矩形 3">
            <a:extLst>
              <a:ext uri="{FF2B5EF4-FFF2-40B4-BE49-F238E27FC236}">
                <a16:creationId xmlns:a16="http://schemas.microsoft.com/office/drawing/2014/main" id="{37615CEC-1B6B-44A5-AF80-31D4525F88D9}"/>
              </a:ext>
            </a:extLst>
          </p:cNvPr>
          <p:cNvSpPr>
            <a:spLocks noGrp="1"/>
          </p:cNvSpPr>
          <p:nvPr/>
        </p:nvSpPr>
        <p:spPr>
          <a:xfrm>
            <a:off x="628650" y="1466850"/>
            <a:ext cx="552450" cy="323850"/>
          </a:xfrm>
          <a:prstGeom prst="rect">
            <a:avLst/>
          </a:prstGeom>
          <a:noFill/>
          <a:ln w="0">
            <a:noFill/>
          </a:ln>
        </p:spPr>
        <p:txBody>
          <a:bodyPr anchor="t">
            <a:normAutofit/>
          </a:bodyPr>
          <a:lstStyle/>
          <a:p>
            <a:pPr>
              <a:defRPr sz="1425" b="1">
                <a:solidFill>
                  <a:srgbClr val="667B64"/>
                </a:solidFill>
                <a:latin typeface="Aptos"/>
                <a:ea typeface="Aptos"/>
                <a:cs typeface="Aptos"/>
              </a:defRPr>
            </a:pPr>
            <a:r>
              <a:rPr sz="1425" b="1">
                <a:solidFill>
                  <a:srgbClr val="667B64"/>
                </a:solidFill>
                <a:latin typeface="Aptos"/>
                <a:ea typeface="Aptos"/>
                <a:cs typeface="Aptos"/>
              </a:rPr>
              <a:t>01</a:t>
            </a:r>
          </a:p>
        </p:txBody>
      </p:sp>
      <p:sp>
        <p:nvSpPr>
          <p:cNvPr id="5" name="矩形: 圆角 4">
            <a:extLst>
              <a:ext uri="{FF2B5EF4-FFF2-40B4-BE49-F238E27FC236}">
                <a16:creationId xmlns:a16="http://schemas.microsoft.com/office/drawing/2014/main" id="{F41CC3C2-4526-4D82-B4EF-FA42BA9E5429}"/>
              </a:ext>
            </a:extLst>
          </p:cNvPr>
          <p:cNvSpPr>
            <a:spLocks noGrp="1"/>
          </p:cNvSpPr>
          <p:nvPr/>
        </p:nvSpPr>
        <p:spPr>
          <a:xfrm>
            <a:off x="1295400" y="1352550"/>
            <a:ext cx="76200" cy="609600"/>
          </a:xfrm>
          <a:prstGeom prst="roundRect">
            <a:avLst>
              <a:gd name="adj" fmla="val 50000"/>
            </a:avLst>
          </a:prstGeom>
          <a:solidFill>
            <a:srgbClr val="667B64"/>
          </a:solidFill>
          <a:ln w="0">
            <a:noFill/>
          </a:ln>
        </p:spPr>
        <p:txBody>
          <a:bodyPr/>
          <a:lstStyle/>
          <a:p>
            <a:endParaRPr lang="zh-CN" altLang="en-US"/>
          </a:p>
        </p:txBody>
      </p:sp>
      <p:sp>
        <p:nvSpPr>
          <p:cNvPr id="6" name="矩形 5">
            <a:extLst>
              <a:ext uri="{FF2B5EF4-FFF2-40B4-BE49-F238E27FC236}">
                <a16:creationId xmlns:a16="http://schemas.microsoft.com/office/drawing/2014/main" id="{8BF8C31C-10F2-4828-BA06-7FDBD1179888}"/>
              </a:ext>
            </a:extLst>
          </p:cNvPr>
          <p:cNvSpPr>
            <a:spLocks noGrp="1"/>
          </p:cNvSpPr>
          <p:nvPr/>
        </p:nvSpPr>
        <p:spPr>
          <a:xfrm>
            <a:off x="1638300" y="1371600"/>
            <a:ext cx="3238500" cy="304800"/>
          </a:xfrm>
          <a:prstGeom prst="rect">
            <a:avLst/>
          </a:prstGeom>
          <a:noFill/>
          <a:ln w="0">
            <a:noFill/>
          </a:ln>
        </p:spPr>
        <p:txBody>
          <a:bodyPr anchor="t">
            <a:normAutofit fontScale="88659" lnSpcReduction="10000"/>
          </a:bodyPr>
          <a:lstStyle/>
          <a:p>
            <a:pPr>
              <a:defRPr sz="1725" b="1">
                <a:solidFill>
                  <a:srgbClr val="17211D"/>
                </a:solidFill>
                <a:latin typeface="Aptos"/>
                <a:ea typeface="Aptos"/>
                <a:cs typeface="Aptos"/>
              </a:defRPr>
            </a:pPr>
            <a:r>
              <a:rPr sz="1725" b="1">
                <a:solidFill>
                  <a:srgbClr val="17211D"/>
                </a:solidFill>
                <a:latin typeface="Aptos"/>
                <a:ea typeface="Aptos"/>
                <a:cs typeface="Aptos"/>
              </a:rPr>
              <a:t>Quality fixes</a:t>
            </a:r>
          </a:p>
        </p:txBody>
      </p:sp>
      <p:sp>
        <p:nvSpPr>
          <p:cNvPr id="7" name="矩形 6">
            <a:extLst>
              <a:ext uri="{FF2B5EF4-FFF2-40B4-BE49-F238E27FC236}">
                <a16:creationId xmlns:a16="http://schemas.microsoft.com/office/drawing/2014/main" id="{1F9584DB-C8C8-4A3F-9B53-485CBC10E3FA}"/>
              </a:ext>
            </a:extLst>
          </p:cNvPr>
          <p:cNvSpPr>
            <a:spLocks noGrp="1"/>
          </p:cNvSpPr>
          <p:nvPr/>
        </p:nvSpPr>
        <p:spPr>
          <a:xfrm>
            <a:off x="4953000" y="1409700"/>
            <a:ext cx="6191250" cy="457200"/>
          </a:xfrm>
          <a:prstGeom prst="rect">
            <a:avLst/>
          </a:prstGeom>
          <a:noFill/>
          <a:ln w="0">
            <a:noFill/>
          </a:ln>
        </p:spPr>
        <p:txBody>
          <a:bodyPr anchor="t">
            <a:normAutofit/>
          </a:bodyPr>
          <a:lstStyle/>
          <a:p>
            <a:pPr>
              <a:defRPr sz="1425" b="0">
                <a:solidFill>
                  <a:srgbClr val="66706B"/>
                </a:solidFill>
                <a:latin typeface="Aptos"/>
                <a:ea typeface="Aptos"/>
                <a:cs typeface="Aptos"/>
              </a:defRPr>
            </a:pPr>
            <a:r>
              <a:rPr sz="1425" b="0">
                <a:solidFill>
                  <a:srgbClr val="66706B"/>
                </a:solidFill>
                <a:latin typeface="Aptos"/>
                <a:ea typeface="Aptos"/>
                <a:cs typeface="Aptos"/>
              </a:rPr>
              <a:t>Rejected ACs, performance and valid input</a:t>
            </a:r>
          </a:p>
        </p:txBody>
      </p:sp>
      <p:sp>
        <p:nvSpPr>
          <p:cNvPr id="8" name="矩形 7">
            <a:extLst>
              <a:ext uri="{FF2B5EF4-FFF2-40B4-BE49-F238E27FC236}">
                <a16:creationId xmlns:a16="http://schemas.microsoft.com/office/drawing/2014/main" id="{49619FC2-D485-440E-8436-288CE1CE47BC}"/>
              </a:ext>
            </a:extLst>
          </p:cNvPr>
          <p:cNvSpPr>
            <a:spLocks noGrp="1"/>
          </p:cNvSpPr>
          <p:nvPr/>
        </p:nvSpPr>
        <p:spPr>
          <a:xfrm>
            <a:off x="628650" y="2381250"/>
            <a:ext cx="552450" cy="323850"/>
          </a:xfrm>
          <a:prstGeom prst="rect">
            <a:avLst/>
          </a:prstGeom>
          <a:noFill/>
          <a:ln w="0">
            <a:noFill/>
          </a:ln>
        </p:spPr>
        <p:txBody>
          <a:bodyPr anchor="t">
            <a:normAutofit/>
          </a:bodyPr>
          <a:lstStyle/>
          <a:p>
            <a:pPr>
              <a:defRPr sz="1425" b="1">
                <a:solidFill>
                  <a:srgbClr val="526F7B"/>
                </a:solidFill>
                <a:latin typeface="Aptos"/>
                <a:ea typeface="Aptos"/>
                <a:cs typeface="Aptos"/>
              </a:defRPr>
            </a:pPr>
            <a:r>
              <a:rPr sz="1425" b="1">
                <a:solidFill>
                  <a:srgbClr val="526F7B"/>
                </a:solidFill>
                <a:latin typeface="Aptos"/>
                <a:ea typeface="Aptos"/>
                <a:cs typeface="Aptos"/>
              </a:rPr>
              <a:t>02</a:t>
            </a:r>
          </a:p>
        </p:txBody>
      </p:sp>
      <p:sp>
        <p:nvSpPr>
          <p:cNvPr id="9" name="矩形: 圆角 8">
            <a:extLst>
              <a:ext uri="{FF2B5EF4-FFF2-40B4-BE49-F238E27FC236}">
                <a16:creationId xmlns:a16="http://schemas.microsoft.com/office/drawing/2014/main" id="{FE812C16-C736-45AA-9381-D240A3764D2D}"/>
              </a:ext>
            </a:extLst>
          </p:cNvPr>
          <p:cNvSpPr>
            <a:spLocks noGrp="1"/>
          </p:cNvSpPr>
          <p:nvPr/>
        </p:nvSpPr>
        <p:spPr>
          <a:xfrm>
            <a:off x="1295400" y="2266950"/>
            <a:ext cx="76200" cy="609600"/>
          </a:xfrm>
          <a:prstGeom prst="roundRect">
            <a:avLst>
              <a:gd name="adj" fmla="val 50000"/>
            </a:avLst>
          </a:prstGeom>
          <a:solidFill>
            <a:srgbClr val="526F7B"/>
          </a:solidFill>
          <a:ln w="0">
            <a:noFill/>
          </a:ln>
        </p:spPr>
        <p:txBody>
          <a:bodyPr/>
          <a:lstStyle/>
          <a:p>
            <a:endParaRPr lang="zh-CN" altLang="en-US"/>
          </a:p>
        </p:txBody>
      </p:sp>
      <p:sp>
        <p:nvSpPr>
          <p:cNvPr id="10" name="矩形 9">
            <a:extLst>
              <a:ext uri="{FF2B5EF4-FFF2-40B4-BE49-F238E27FC236}">
                <a16:creationId xmlns:a16="http://schemas.microsoft.com/office/drawing/2014/main" id="{3A83E4D0-9020-438B-81A7-6ABD8672E6FA}"/>
              </a:ext>
            </a:extLst>
          </p:cNvPr>
          <p:cNvSpPr>
            <a:spLocks noGrp="1"/>
          </p:cNvSpPr>
          <p:nvPr/>
        </p:nvSpPr>
        <p:spPr>
          <a:xfrm>
            <a:off x="1638300" y="2286000"/>
            <a:ext cx="3238500" cy="304800"/>
          </a:xfrm>
          <a:prstGeom prst="rect">
            <a:avLst/>
          </a:prstGeom>
          <a:noFill/>
          <a:ln w="0">
            <a:noFill/>
          </a:ln>
        </p:spPr>
        <p:txBody>
          <a:bodyPr anchor="t">
            <a:normAutofit fontScale="88659" lnSpcReduction="10000"/>
          </a:bodyPr>
          <a:lstStyle/>
          <a:p>
            <a:pPr>
              <a:defRPr sz="1725" b="1">
                <a:solidFill>
                  <a:srgbClr val="17211D"/>
                </a:solidFill>
                <a:latin typeface="Aptos"/>
                <a:ea typeface="Aptos"/>
                <a:cs typeface="Aptos"/>
              </a:defRPr>
            </a:pPr>
            <a:r>
              <a:rPr sz="1725" b="1">
                <a:solidFill>
                  <a:srgbClr val="17211D"/>
                </a:solidFill>
                <a:latin typeface="Aptos"/>
                <a:ea typeface="Aptos"/>
                <a:cs typeface="Aptos"/>
              </a:rPr>
              <a:t>AI shopping assistant</a:t>
            </a:r>
          </a:p>
        </p:txBody>
      </p:sp>
      <p:sp>
        <p:nvSpPr>
          <p:cNvPr id="11" name="矩形 10">
            <a:extLst>
              <a:ext uri="{FF2B5EF4-FFF2-40B4-BE49-F238E27FC236}">
                <a16:creationId xmlns:a16="http://schemas.microsoft.com/office/drawing/2014/main" id="{6EB26CEA-2CA2-41B5-8D1A-53A2BB281590}"/>
              </a:ext>
            </a:extLst>
          </p:cNvPr>
          <p:cNvSpPr>
            <a:spLocks noGrp="1"/>
          </p:cNvSpPr>
          <p:nvPr/>
        </p:nvSpPr>
        <p:spPr>
          <a:xfrm>
            <a:off x="4953000" y="2324100"/>
            <a:ext cx="6191250" cy="457200"/>
          </a:xfrm>
          <a:prstGeom prst="rect">
            <a:avLst/>
          </a:prstGeom>
          <a:noFill/>
          <a:ln w="0">
            <a:noFill/>
          </a:ln>
        </p:spPr>
        <p:txBody>
          <a:bodyPr anchor="t">
            <a:normAutofit/>
          </a:bodyPr>
          <a:lstStyle/>
          <a:p>
            <a:pPr>
              <a:defRPr sz="1425" b="0">
                <a:solidFill>
                  <a:srgbClr val="66706B"/>
                </a:solidFill>
                <a:latin typeface="Aptos"/>
                <a:ea typeface="Aptos"/>
                <a:cs typeface="Aptos"/>
              </a:defRPr>
            </a:pPr>
            <a:r>
              <a:rPr sz="1425" b="0">
                <a:solidFill>
                  <a:srgbClr val="66706B"/>
                </a:solidFill>
                <a:latin typeface="Aptos"/>
                <a:ea typeface="Aptos"/>
                <a:cs typeface="Aptos"/>
              </a:rPr>
              <a:t>Advice from current stock and history</a:t>
            </a:r>
          </a:p>
        </p:txBody>
      </p:sp>
      <p:sp>
        <p:nvSpPr>
          <p:cNvPr id="12" name="矩形 11">
            <a:extLst>
              <a:ext uri="{FF2B5EF4-FFF2-40B4-BE49-F238E27FC236}">
                <a16:creationId xmlns:a16="http://schemas.microsoft.com/office/drawing/2014/main" id="{37F060BB-F940-4BA8-A888-A9611CF434E5}"/>
              </a:ext>
            </a:extLst>
          </p:cNvPr>
          <p:cNvSpPr>
            <a:spLocks noGrp="1"/>
          </p:cNvSpPr>
          <p:nvPr/>
        </p:nvSpPr>
        <p:spPr>
          <a:xfrm>
            <a:off x="628650" y="3295650"/>
            <a:ext cx="552450" cy="323850"/>
          </a:xfrm>
          <a:prstGeom prst="rect">
            <a:avLst/>
          </a:prstGeom>
          <a:noFill/>
          <a:ln w="0">
            <a:noFill/>
          </a:ln>
        </p:spPr>
        <p:txBody>
          <a:bodyPr anchor="t">
            <a:normAutofit/>
          </a:bodyPr>
          <a:lstStyle/>
          <a:p>
            <a:pPr>
              <a:defRPr sz="1425" b="1">
                <a:solidFill>
                  <a:srgbClr val="D99145"/>
                </a:solidFill>
                <a:latin typeface="Aptos"/>
                <a:ea typeface="Aptos"/>
                <a:cs typeface="Aptos"/>
              </a:defRPr>
            </a:pPr>
            <a:r>
              <a:rPr sz="1425" b="1">
                <a:solidFill>
                  <a:srgbClr val="D99145"/>
                </a:solidFill>
                <a:latin typeface="Aptos"/>
                <a:ea typeface="Aptos"/>
                <a:cs typeface="Aptos"/>
              </a:rPr>
              <a:t>03</a:t>
            </a:r>
          </a:p>
        </p:txBody>
      </p:sp>
      <p:sp>
        <p:nvSpPr>
          <p:cNvPr id="13" name="矩形: 圆角 12">
            <a:extLst>
              <a:ext uri="{FF2B5EF4-FFF2-40B4-BE49-F238E27FC236}">
                <a16:creationId xmlns:a16="http://schemas.microsoft.com/office/drawing/2014/main" id="{10F5A395-A1A0-4979-AC6F-64F5718DECF3}"/>
              </a:ext>
            </a:extLst>
          </p:cNvPr>
          <p:cNvSpPr>
            <a:spLocks noGrp="1"/>
          </p:cNvSpPr>
          <p:nvPr/>
        </p:nvSpPr>
        <p:spPr>
          <a:xfrm>
            <a:off x="1295400" y="3181350"/>
            <a:ext cx="76200" cy="609600"/>
          </a:xfrm>
          <a:prstGeom prst="roundRect">
            <a:avLst>
              <a:gd name="adj" fmla="val 50000"/>
            </a:avLst>
          </a:prstGeom>
          <a:solidFill>
            <a:srgbClr val="D99145"/>
          </a:solidFill>
          <a:ln w="0">
            <a:noFill/>
          </a:ln>
        </p:spPr>
        <p:txBody>
          <a:bodyPr/>
          <a:lstStyle/>
          <a:p>
            <a:endParaRPr lang="zh-CN" altLang="en-US"/>
          </a:p>
        </p:txBody>
      </p:sp>
      <p:sp>
        <p:nvSpPr>
          <p:cNvPr id="14" name="矩形 13">
            <a:extLst>
              <a:ext uri="{FF2B5EF4-FFF2-40B4-BE49-F238E27FC236}">
                <a16:creationId xmlns:a16="http://schemas.microsoft.com/office/drawing/2014/main" id="{DD3C5485-6DDA-4756-AB49-08DB18497CF8}"/>
              </a:ext>
            </a:extLst>
          </p:cNvPr>
          <p:cNvSpPr>
            <a:spLocks noGrp="1"/>
          </p:cNvSpPr>
          <p:nvPr/>
        </p:nvSpPr>
        <p:spPr>
          <a:xfrm>
            <a:off x="1638300" y="3200400"/>
            <a:ext cx="3238500" cy="304800"/>
          </a:xfrm>
          <a:prstGeom prst="rect">
            <a:avLst/>
          </a:prstGeom>
          <a:noFill/>
          <a:ln w="0">
            <a:noFill/>
          </a:ln>
        </p:spPr>
        <p:txBody>
          <a:bodyPr anchor="t">
            <a:normAutofit fontScale="88659" lnSpcReduction="10000"/>
          </a:bodyPr>
          <a:lstStyle/>
          <a:p>
            <a:pPr>
              <a:defRPr sz="1725" b="1">
                <a:solidFill>
                  <a:srgbClr val="17211D"/>
                </a:solidFill>
                <a:latin typeface="Aptos"/>
                <a:ea typeface="Aptos"/>
                <a:cs typeface="Aptos"/>
              </a:defRPr>
            </a:pPr>
            <a:r>
              <a:rPr sz="1725" b="1">
                <a:solidFill>
                  <a:srgbClr val="17211D"/>
                </a:solidFill>
                <a:latin typeface="Aptos"/>
                <a:ea typeface="Aptos"/>
                <a:cs typeface="Aptos"/>
              </a:rPr>
              <a:t>Reports</a:t>
            </a:r>
          </a:p>
        </p:txBody>
      </p:sp>
      <p:sp>
        <p:nvSpPr>
          <p:cNvPr id="15" name="矩形 14">
            <a:extLst>
              <a:ext uri="{FF2B5EF4-FFF2-40B4-BE49-F238E27FC236}">
                <a16:creationId xmlns:a16="http://schemas.microsoft.com/office/drawing/2014/main" id="{767D91E7-7D2E-430F-AB7B-450085F2B399}"/>
              </a:ext>
            </a:extLst>
          </p:cNvPr>
          <p:cNvSpPr>
            <a:spLocks noGrp="1"/>
          </p:cNvSpPr>
          <p:nvPr/>
        </p:nvSpPr>
        <p:spPr>
          <a:xfrm>
            <a:off x="4953000" y="3238500"/>
            <a:ext cx="6191250" cy="457200"/>
          </a:xfrm>
          <a:prstGeom prst="rect">
            <a:avLst/>
          </a:prstGeom>
          <a:noFill/>
          <a:ln w="0">
            <a:noFill/>
          </a:ln>
        </p:spPr>
        <p:txBody>
          <a:bodyPr anchor="t">
            <a:normAutofit/>
          </a:bodyPr>
          <a:lstStyle/>
          <a:p>
            <a:pPr>
              <a:defRPr sz="1425" b="0">
                <a:solidFill>
                  <a:srgbClr val="66706B"/>
                </a:solidFill>
                <a:latin typeface="Aptos"/>
                <a:ea typeface="Aptos"/>
                <a:cs typeface="Aptos"/>
              </a:defRPr>
            </a:pPr>
            <a:r>
              <a:rPr sz="1425" b="0">
                <a:solidFill>
                  <a:srgbClr val="66706B"/>
                </a:solidFill>
                <a:latin typeface="Aptos"/>
                <a:ea typeface="Aptos"/>
                <a:cs typeface="Aptos"/>
              </a:rPr>
              <a:t>Transparent value and behaviour measures</a:t>
            </a:r>
          </a:p>
        </p:txBody>
      </p:sp>
      <p:sp>
        <p:nvSpPr>
          <p:cNvPr id="16" name="矩形 15">
            <a:extLst>
              <a:ext uri="{FF2B5EF4-FFF2-40B4-BE49-F238E27FC236}">
                <a16:creationId xmlns:a16="http://schemas.microsoft.com/office/drawing/2014/main" id="{611C4FAD-7A18-4EF9-B350-DCE439FFE7FC}"/>
              </a:ext>
            </a:extLst>
          </p:cNvPr>
          <p:cNvSpPr>
            <a:spLocks noGrp="1"/>
          </p:cNvSpPr>
          <p:nvPr/>
        </p:nvSpPr>
        <p:spPr>
          <a:xfrm>
            <a:off x="628650" y="4210050"/>
            <a:ext cx="552450" cy="323850"/>
          </a:xfrm>
          <a:prstGeom prst="rect">
            <a:avLst/>
          </a:prstGeom>
          <a:noFill/>
          <a:ln w="0">
            <a:noFill/>
          </a:ln>
        </p:spPr>
        <p:txBody>
          <a:bodyPr anchor="t">
            <a:normAutofit/>
          </a:bodyPr>
          <a:lstStyle/>
          <a:p>
            <a:pPr>
              <a:defRPr sz="1425" b="1">
                <a:solidFill>
                  <a:srgbClr val="C86F55"/>
                </a:solidFill>
                <a:latin typeface="Aptos"/>
                <a:ea typeface="Aptos"/>
                <a:cs typeface="Aptos"/>
              </a:defRPr>
            </a:pPr>
            <a:r>
              <a:rPr sz="1425" b="1">
                <a:solidFill>
                  <a:srgbClr val="C86F55"/>
                </a:solidFill>
                <a:latin typeface="Aptos"/>
                <a:ea typeface="Aptos"/>
                <a:cs typeface="Aptos"/>
              </a:rPr>
              <a:t>04</a:t>
            </a:r>
          </a:p>
        </p:txBody>
      </p:sp>
      <p:sp>
        <p:nvSpPr>
          <p:cNvPr id="17" name="矩形: 圆角 16">
            <a:extLst>
              <a:ext uri="{FF2B5EF4-FFF2-40B4-BE49-F238E27FC236}">
                <a16:creationId xmlns:a16="http://schemas.microsoft.com/office/drawing/2014/main" id="{843E6693-5261-4F74-BE0E-596FB88DA6A4}"/>
              </a:ext>
            </a:extLst>
          </p:cNvPr>
          <p:cNvSpPr>
            <a:spLocks noGrp="1"/>
          </p:cNvSpPr>
          <p:nvPr/>
        </p:nvSpPr>
        <p:spPr>
          <a:xfrm>
            <a:off x="1295400" y="4095750"/>
            <a:ext cx="76200" cy="609600"/>
          </a:xfrm>
          <a:prstGeom prst="roundRect">
            <a:avLst>
              <a:gd name="adj" fmla="val 50000"/>
            </a:avLst>
          </a:prstGeom>
          <a:solidFill>
            <a:srgbClr val="C86F55"/>
          </a:solidFill>
          <a:ln w="0">
            <a:noFill/>
          </a:ln>
        </p:spPr>
        <p:txBody>
          <a:bodyPr/>
          <a:lstStyle/>
          <a:p>
            <a:endParaRPr lang="zh-CN" altLang="en-US"/>
          </a:p>
        </p:txBody>
      </p:sp>
      <p:sp>
        <p:nvSpPr>
          <p:cNvPr id="18" name="矩形 17">
            <a:extLst>
              <a:ext uri="{FF2B5EF4-FFF2-40B4-BE49-F238E27FC236}">
                <a16:creationId xmlns:a16="http://schemas.microsoft.com/office/drawing/2014/main" id="{6EFCD4D5-4151-4500-88DE-7434063D203A}"/>
              </a:ext>
            </a:extLst>
          </p:cNvPr>
          <p:cNvSpPr>
            <a:spLocks noGrp="1"/>
          </p:cNvSpPr>
          <p:nvPr/>
        </p:nvSpPr>
        <p:spPr>
          <a:xfrm>
            <a:off x="1638300" y="4114800"/>
            <a:ext cx="3238500" cy="304800"/>
          </a:xfrm>
          <a:prstGeom prst="rect">
            <a:avLst/>
          </a:prstGeom>
          <a:noFill/>
          <a:ln w="0">
            <a:noFill/>
          </a:ln>
        </p:spPr>
        <p:txBody>
          <a:bodyPr anchor="t">
            <a:normAutofit fontScale="88659" lnSpcReduction="10000"/>
          </a:bodyPr>
          <a:lstStyle/>
          <a:p>
            <a:pPr>
              <a:defRPr sz="1725" b="1">
                <a:solidFill>
                  <a:srgbClr val="17211D"/>
                </a:solidFill>
                <a:latin typeface="Aptos"/>
                <a:ea typeface="Aptos"/>
                <a:cs typeface="Aptos"/>
              </a:defRPr>
            </a:pPr>
            <a:r>
              <a:rPr sz="1725" b="1">
                <a:solidFill>
                  <a:srgbClr val="17211D"/>
                </a:solidFill>
                <a:latin typeface="Aptos"/>
                <a:ea typeface="Aptos"/>
                <a:cs typeface="Aptos"/>
              </a:rPr>
              <a:t>Achievements</a:t>
            </a:r>
          </a:p>
        </p:txBody>
      </p:sp>
      <p:sp>
        <p:nvSpPr>
          <p:cNvPr id="19" name="矩形 18">
            <a:extLst>
              <a:ext uri="{FF2B5EF4-FFF2-40B4-BE49-F238E27FC236}">
                <a16:creationId xmlns:a16="http://schemas.microsoft.com/office/drawing/2014/main" id="{34680159-FC68-4774-A543-3A916219B3F4}"/>
              </a:ext>
            </a:extLst>
          </p:cNvPr>
          <p:cNvSpPr>
            <a:spLocks noGrp="1"/>
          </p:cNvSpPr>
          <p:nvPr/>
        </p:nvSpPr>
        <p:spPr>
          <a:xfrm>
            <a:off x="4953000" y="4152900"/>
            <a:ext cx="6191250" cy="457200"/>
          </a:xfrm>
          <a:prstGeom prst="rect">
            <a:avLst/>
          </a:prstGeom>
          <a:noFill/>
          <a:ln w="0">
            <a:noFill/>
          </a:ln>
        </p:spPr>
        <p:txBody>
          <a:bodyPr anchor="t">
            <a:normAutofit/>
          </a:bodyPr>
          <a:lstStyle/>
          <a:p>
            <a:pPr>
              <a:defRPr sz="1425" b="0">
                <a:solidFill>
                  <a:srgbClr val="66706B"/>
                </a:solidFill>
                <a:latin typeface="Aptos"/>
                <a:ea typeface="Aptos"/>
                <a:cs typeface="Aptos"/>
              </a:defRPr>
            </a:pPr>
            <a:r>
              <a:rPr sz="1425" b="0">
                <a:solidFill>
                  <a:srgbClr val="66706B"/>
                </a:solidFill>
                <a:latin typeface="Aptos"/>
                <a:ea typeface="Aptos"/>
                <a:cs typeface="Aptos"/>
              </a:rPr>
              <a:t>Visible progress without pressure</a:t>
            </a:r>
          </a:p>
        </p:txBody>
      </p:sp>
      <p:sp>
        <p:nvSpPr>
          <p:cNvPr id="20" name="矩形 19">
            <a:extLst>
              <a:ext uri="{FF2B5EF4-FFF2-40B4-BE49-F238E27FC236}">
                <a16:creationId xmlns:a16="http://schemas.microsoft.com/office/drawing/2014/main" id="{9FB60DE1-2819-4DBC-B66E-4C9DCA67EF86}"/>
              </a:ext>
            </a:extLst>
          </p:cNvPr>
          <p:cNvSpPr>
            <a:spLocks noGrp="1"/>
          </p:cNvSpPr>
          <p:nvPr/>
        </p:nvSpPr>
        <p:spPr>
          <a:xfrm>
            <a:off x="628650" y="5124450"/>
            <a:ext cx="552450" cy="323850"/>
          </a:xfrm>
          <a:prstGeom prst="rect">
            <a:avLst/>
          </a:prstGeom>
          <a:noFill/>
          <a:ln w="0">
            <a:noFill/>
          </a:ln>
        </p:spPr>
        <p:txBody>
          <a:bodyPr anchor="t">
            <a:normAutofit/>
          </a:bodyPr>
          <a:lstStyle/>
          <a:p>
            <a:pPr>
              <a:defRPr sz="1425" b="1">
                <a:solidFill>
                  <a:srgbClr val="6E6878"/>
                </a:solidFill>
                <a:latin typeface="Aptos"/>
                <a:ea typeface="Aptos"/>
                <a:cs typeface="Aptos"/>
              </a:defRPr>
            </a:pPr>
            <a:r>
              <a:rPr sz="1425" b="1">
                <a:solidFill>
                  <a:srgbClr val="6E6878"/>
                </a:solidFill>
                <a:latin typeface="Aptos"/>
                <a:ea typeface="Aptos"/>
                <a:cs typeface="Aptos"/>
              </a:rPr>
              <a:t>05</a:t>
            </a:r>
          </a:p>
        </p:txBody>
      </p:sp>
      <p:sp>
        <p:nvSpPr>
          <p:cNvPr id="21" name="矩形: 圆角 20">
            <a:extLst>
              <a:ext uri="{FF2B5EF4-FFF2-40B4-BE49-F238E27FC236}">
                <a16:creationId xmlns:a16="http://schemas.microsoft.com/office/drawing/2014/main" id="{1B3E8509-D669-401C-84BC-7EA2240F31CA}"/>
              </a:ext>
            </a:extLst>
          </p:cNvPr>
          <p:cNvSpPr>
            <a:spLocks noGrp="1"/>
          </p:cNvSpPr>
          <p:nvPr/>
        </p:nvSpPr>
        <p:spPr>
          <a:xfrm>
            <a:off x="1295400" y="5010150"/>
            <a:ext cx="76200" cy="609600"/>
          </a:xfrm>
          <a:prstGeom prst="roundRect">
            <a:avLst>
              <a:gd name="adj" fmla="val 50000"/>
            </a:avLst>
          </a:prstGeom>
          <a:solidFill>
            <a:srgbClr val="6E6878"/>
          </a:solidFill>
          <a:ln w="0">
            <a:noFill/>
          </a:ln>
        </p:spPr>
        <p:txBody>
          <a:bodyPr/>
          <a:lstStyle/>
          <a:p>
            <a:endParaRPr lang="zh-CN" altLang="en-US"/>
          </a:p>
        </p:txBody>
      </p:sp>
      <p:sp>
        <p:nvSpPr>
          <p:cNvPr id="22" name="矩形 21">
            <a:extLst>
              <a:ext uri="{FF2B5EF4-FFF2-40B4-BE49-F238E27FC236}">
                <a16:creationId xmlns:a16="http://schemas.microsoft.com/office/drawing/2014/main" id="{C1DFCCB8-B2DA-4F43-9315-720B4ABC54BB}"/>
              </a:ext>
            </a:extLst>
          </p:cNvPr>
          <p:cNvSpPr>
            <a:spLocks noGrp="1"/>
          </p:cNvSpPr>
          <p:nvPr/>
        </p:nvSpPr>
        <p:spPr>
          <a:xfrm>
            <a:off x="1638300" y="5029200"/>
            <a:ext cx="3238500" cy="304800"/>
          </a:xfrm>
          <a:prstGeom prst="rect">
            <a:avLst/>
          </a:prstGeom>
          <a:noFill/>
          <a:ln w="0">
            <a:noFill/>
          </a:ln>
        </p:spPr>
        <p:txBody>
          <a:bodyPr anchor="t">
            <a:normAutofit fontScale="88659" lnSpcReduction="10000"/>
          </a:bodyPr>
          <a:lstStyle/>
          <a:p>
            <a:pPr>
              <a:defRPr sz="1725" b="1">
                <a:solidFill>
                  <a:srgbClr val="17211D"/>
                </a:solidFill>
                <a:latin typeface="Aptos"/>
                <a:ea typeface="Aptos"/>
                <a:cs typeface="Aptos"/>
              </a:defRPr>
            </a:pPr>
            <a:r>
              <a:rPr sz="1725" b="1">
                <a:solidFill>
                  <a:srgbClr val="17211D"/>
                </a:solidFill>
                <a:latin typeface="Aptos"/>
                <a:ea typeface="Aptos"/>
                <a:cs typeface="Aptos"/>
              </a:rPr>
              <a:t>QR exploration</a:t>
            </a:r>
          </a:p>
        </p:txBody>
      </p:sp>
      <p:sp>
        <p:nvSpPr>
          <p:cNvPr id="23" name="矩形 22">
            <a:extLst>
              <a:ext uri="{FF2B5EF4-FFF2-40B4-BE49-F238E27FC236}">
                <a16:creationId xmlns:a16="http://schemas.microsoft.com/office/drawing/2014/main" id="{F4C4435A-93E4-4CC3-BD5F-A5514772900D}"/>
              </a:ext>
            </a:extLst>
          </p:cNvPr>
          <p:cNvSpPr>
            <a:spLocks noGrp="1"/>
          </p:cNvSpPr>
          <p:nvPr/>
        </p:nvSpPr>
        <p:spPr>
          <a:xfrm>
            <a:off x="4953000" y="5067300"/>
            <a:ext cx="6191250" cy="457200"/>
          </a:xfrm>
          <a:prstGeom prst="rect">
            <a:avLst/>
          </a:prstGeom>
          <a:noFill/>
          <a:ln w="0">
            <a:noFill/>
          </a:ln>
        </p:spPr>
        <p:txBody>
          <a:bodyPr anchor="t">
            <a:normAutofit/>
          </a:bodyPr>
          <a:lstStyle/>
          <a:p>
            <a:pPr>
              <a:defRPr sz="1425" b="0">
                <a:solidFill>
                  <a:srgbClr val="66706B"/>
                </a:solidFill>
                <a:latin typeface="Aptos"/>
                <a:ea typeface="Aptos"/>
                <a:cs typeface="Aptos"/>
              </a:defRPr>
            </a:pPr>
            <a:r>
              <a:rPr sz="1425" b="0">
                <a:solidFill>
                  <a:srgbClr val="66706B"/>
                </a:solidFill>
                <a:latin typeface="Aptos"/>
                <a:ea typeface="Aptos"/>
                <a:cs typeface="Aptos"/>
              </a:rPr>
              <a:t>A bounded feasibility spike</a:t>
            </a:r>
          </a:p>
        </p:txBody>
      </p:sp>
      <p:sp>
        <p:nvSpPr>
          <p:cNvPr id="24" name="矩形 23">
            <a:extLst>
              <a:ext uri="{FF2B5EF4-FFF2-40B4-BE49-F238E27FC236}">
                <a16:creationId xmlns:a16="http://schemas.microsoft.com/office/drawing/2014/main" id="{90439C60-FEBA-4E59-A67B-D0012D771E72}"/>
              </a:ext>
            </a:extLst>
          </p:cNvPr>
          <p:cNvSpPr>
            <a:spLocks noGrp="1"/>
          </p:cNvSpPr>
          <p:nvPr/>
        </p:nvSpPr>
        <p:spPr>
          <a:xfrm>
            <a:off x="609600" y="5886450"/>
            <a:ext cx="10477500" cy="9525"/>
          </a:xfrm>
          <a:prstGeom prst="rect">
            <a:avLst/>
          </a:prstGeom>
          <a:solidFill>
            <a:srgbClr val="D7D8D1"/>
          </a:solidFill>
          <a:ln w="0">
            <a:noFill/>
          </a:ln>
        </p:spPr>
        <p:txBody>
          <a:bodyPr/>
          <a:lstStyle/>
          <a:p>
            <a:endParaRPr lang="zh-CN" altLang="en-US"/>
          </a:p>
        </p:txBody>
      </p:sp>
      <p:sp>
        <p:nvSpPr>
          <p:cNvPr id="25" name="矩形 24">
            <a:extLst>
              <a:ext uri="{FF2B5EF4-FFF2-40B4-BE49-F238E27FC236}">
                <a16:creationId xmlns:a16="http://schemas.microsoft.com/office/drawing/2014/main" id="{20A8CDD8-2978-4E0D-880A-EFC3DAD27441}"/>
              </a:ext>
            </a:extLst>
          </p:cNvPr>
          <p:cNvSpPr>
            <a:spLocks noGrp="1"/>
          </p:cNvSpPr>
          <p:nvPr/>
        </p:nvSpPr>
        <p:spPr>
          <a:xfrm>
            <a:off x="609600" y="6019800"/>
            <a:ext cx="1619250" cy="209550"/>
          </a:xfrm>
          <a:prstGeom prst="rect">
            <a:avLst/>
          </a:prstGeom>
          <a:noFill/>
          <a:ln w="0">
            <a:noFill/>
          </a:ln>
        </p:spPr>
        <p:txBody>
          <a:bodyPr anchor="t">
            <a:noAutofit/>
          </a:bodyPr>
          <a:lstStyle/>
          <a:p>
            <a:pPr>
              <a:defRPr sz="1050" b="1">
                <a:solidFill>
                  <a:srgbClr val="667B64"/>
                </a:solidFill>
                <a:latin typeface="Aptos"/>
                <a:ea typeface="Aptos"/>
                <a:cs typeface="Aptos"/>
              </a:defRPr>
            </a:pPr>
            <a:r>
              <a:rPr sz="1200" b="1">
                <a:solidFill>
                  <a:srgbClr val="667B64"/>
                </a:solidFill>
                <a:latin typeface="Aptos"/>
                <a:ea typeface="Aptos"/>
                <a:cs typeface="Aptos"/>
              </a:rPr>
              <a:t>Definition of done</a:t>
            </a:r>
          </a:p>
        </p:txBody>
      </p:sp>
      <p:sp>
        <p:nvSpPr>
          <p:cNvPr id="26" name="矩形 25">
            <a:extLst>
              <a:ext uri="{FF2B5EF4-FFF2-40B4-BE49-F238E27FC236}">
                <a16:creationId xmlns:a16="http://schemas.microsoft.com/office/drawing/2014/main" id="{7ECC6F6E-070E-461C-95B3-2F8F8E447BFF}"/>
              </a:ext>
            </a:extLst>
          </p:cNvPr>
          <p:cNvSpPr>
            <a:spLocks noGrp="1"/>
          </p:cNvSpPr>
          <p:nvPr/>
        </p:nvSpPr>
        <p:spPr>
          <a:xfrm>
            <a:off x="2381250" y="5981700"/>
            <a:ext cx="8572500" cy="381000"/>
          </a:xfrm>
          <a:prstGeom prst="rect">
            <a:avLst/>
          </a:prstGeom>
          <a:noFill/>
          <a:ln w="0">
            <a:noFill/>
          </a:ln>
        </p:spPr>
        <p:txBody>
          <a:bodyPr anchor="t">
            <a:normAutofit fontScale="92500"/>
          </a:bodyPr>
          <a:lstStyle/>
          <a:p>
            <a:pPr>
              <a:defRPr sz="1275" b="0">
                <a:solidFill>
                  <a:srgbClr val="17211D"/>
                </a:solidFill>
                <a:latin typeface="Aptos"/>
                <a:ea typeface="Aptos"/>
                <a:cs typeface="Aptos"/>
              </a:defRPr>
            </a:pPr>
            <a:r>
              <a:rPr sz="1275" b="0">
                <a:solidFill>
                  <a:srgbClr val="17211D"/>
                </a:solidFill>
                <a:latin typeface="Aptos"/>
                <a:ea typeface="Aptos"/>
                <a:cs typeface="Aptos"/>
              </a:rPr>
              <a:t>Each Must Have passes its acceptance criteria, failure states, accessibility checks and a realistic multi-item user journey.</a:t>
            </a:r>
          </a:p>
        </p:txBody>
      </p:sp>
      <p:sp>
        <p:nvSpPr>
          <p:cNvPr id="27" name="矩形 26">
            <a:extLst>
              <a:ext uri="{FF2B5EF4-FFF2-40B4-BE49-F238E27FC236}">
                <a16:creationId xmlns:a16="http://schemas.microsoft.com/office/drawing/2014/main" id="{4B18133D-A33C-4243-A3DD-7C2C10EB5270}"/>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Tree>
    <p:extLst>
      <p:ext uri="{BB962C8B-B14F-4D97-AF65-F5344CB8AC3E}">
        <p14:creationId xmlns:p14="http://schemas.microsoft.com/office/powerpoint/2010/main" val="637156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589D49CD-A237-4A79-891D-48B65CEEABCB}"/>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AI SHOPPING ASSISTANT</a:t>
            </a:r>
          </a:p>
        </p:txBody>
      </p:sp>
      <p:sp>
        <p:nvSpPr>
          <p:cNvPr id="2" name="矩形 1">
            <a:extLst>
              <a:ext uri="{FF2B5EF4-FFF2-40B4-BE49-F238E27FC236}">
                <a16:creationId xmlns:a16="http://schemas.microsoft.com/office/drawing/2014/main" id="{8891FDD5-2B2B-4F0D-B284-6E2A4CFC3D9C}"/>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The assistant explains a shopping decision</a:t>
            </a:r>
          </a:p>
        </p:txBody>
      </p:sp>
      <p:sp>
        <p:nvSpPr>
          <p:cNvPr id="3" name="矩形 2">
            <a:extLst>
              <a:ext uri="{FF2B5EF4-FFF2-40B4-BE49-F238E27FC236}">
                <a16:creationId xmlns:a16="http://schemas.microsoft.com/office/drawing/2014/main" id="{636367DF-6395-4A3B-AD0A-006C664ED378}"/>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08</a:t>
            </a:r>
          </a:p>
        </p:txBody>
      </p:sp>
      <p:sp>
        <p:nvSpPr>
          <p:cNvPr id="4" name="矩形 3">
            <a:extLst>
              <a:ext uri="{FF2B5EF4-FFF2-40B4-BE49-F238E27FC236}">
                <a16:creationId xmlns:a16="http://schemas.microsoft.com/office/drawing/2014/main" id="{F60CF680-BDC0-4160-9014-F617DF00AAA9}"/>
              </a:ext>
            </a:extLst>
          </p:cNvPr>
          <p:cNvSpPr>
            <a:spLocks noGrp="1"/>
          </p:cNvSpPr>
          <p:nvPr/>
        </p:nvSpPr>
        <p:spPr>
          <a:xfrm>
            <a:off x="609600" y="1428750"/>
            <a:ext cx="495300" cy="495300"/>
          </a:xfrm>
          <a:prstGeom prst="rect">
            <a:avLst/>
          </a:prstGeom>
          <a:noFill/>
          <a:ln w="0">
            <a:noFill/>
          </a:ln>
        </p:spPr>
        <p:txBody>
          <a:bodyPr anchor="t">
            <a:normAutofit/>
          </a:bodyPr>
          <a:lstStyle/>
          <a:p>
            <a:pPr>
              <a:defRPr sz="2550" b="1">
                <a:solidFill>
                  <a:srgbClr val="667B64"/>
                </a:solidFill>
                <a:latin typeface="Aptos"/>
                <a:ea typeface="Aptos"/>
                <a:cs typeface="Aptos"/>
              </a:defRPr>
            </a:pPr>
            <a:r>
              <a:rPr sz="2550" b="1">
                <a:solidFill>
                  <a:srgbClr val="667B64"/>
                </a:solidFill>
                <a:latin typeface="Aptos"/>
                <a:ea typeface="Aptos"/>
                <a:cs typeface="Aptos"/>
              </a:rPr>
              <a:t>1</a:t>
            </a:r>
          </a:p>
        </p:txBody>
      </p:sp>
      <p:sp>
        <p:nvSpPr>
          <p:cNvPr id="5" name="矩形: 圆角 4">
            <a:extLst>
              <a:ext uri="{FF2B5EF4-FFF2-40B4-BE49-F238E27FC236}">
                <a16:creationId xmlns:a16="http://schemas.microsoft.com/office/drawing/2014/main" id="{168CA703-FC46-44BA-87AF-A9F91065E8FE}"/>
              </a:ext>
            </a:extLst>
          </p:cNvPr>
          <p:cNvSpPr>
            <a:spLocks noGrp="1"/>
          </p:cNvSpPr>
          <p:nvPr/>
        </p:nvSpPr>
        <p:spPr>
          <a:xfrm>
            <a:off x="609600" y="2038350"/>
            <a:ext cx="2381250" cy="2419350"/>
          </a:xfrm>
          <a:prstGeom prst="roundRect">
            <a:avLst>
              <a:gd name="adj" fmla="val 3200"/>
            </a:avLst>
          </a:prstGeom>
          <a:solidFill>
            <a:srgbClr val="F4F0E7"/>
          </a:solidFill>
          <a:ln w="0">
            <a:noFill/>
          </a:ln>
        </p:spPr>
        <p:txBody>
          <a:bodyPr/>
          <a:lstStyle/>
          <a:p>
            <a:endParaRPr lang="zh-CN" altLang="en-US"/>
          </a:p>
        </p:txBody>
      </p:sp>
      <p:sp>
        <p:nvSpPr>
          <p:cNvPr id="6" name="矩形 5">
            <a:extLst>
              <a:ext uri="{FF2B5EF4-FFF2-40B4-BE49-F238E27FC236}">
                <a16:creationId xmlns:a16="http://schemas.microsoft.com/office/drawing/2014/main" id="{9AAF65B8-8D8A-4FE2-8CF0-EAC7AC15BCFA}"/>
              </a:ext>
            </a:extLst>
          </p:cNvPr>
          <p:cNvSpPr>
            <a:spLocks noGrp="1"/>
          </p:cNvSpPr>
          <p:nvPr/>
        </p:nvSpPr>
        <p:spPr>
          <a:xfrm>
            <a:off x="819150" y="2286000"/>
            <a:ext cx="1952625" cy="323850"/>
          </a:xfrm>
          <a:prstGeom prst="rect">
            <a:avLst/>
          </a:prstGeom>
          <a:noFill/>
          <a:ln w="0">
            <a:noFill/>
          </a:ln>
        </p:spPr>
        <p:txBody>
          <a:bodyPr anchor="t">
            <a:normAutofit fontScale="99924" lnSpcReduction="10000"/>
          </a:bodyPr>
          <a:lstStyle/>
          <a:p>
            <a:pPr>
              <a:defRPr sz="1650" b="1">
                <a:solidFill>
                  <a:srgbClr val="17211D"/>
                </a:solidFill>
                <a:latin typeface="Aptos"/>
                <a:ea typeface="Aptos"/>
                <a:cs typeface="Aptos"/>
              </a:defRPr>
            </a:pPr>
            <a:r>
              <a:rPr sz="1650" b="1">
                <a:solidFill>
                  <a:srgbClr val="17211D"/>
                </a:solidFill>
                <a:latin typeface="Aptos"/>
                <a:ea typeface="Aptos"/>
                <a:cs typeface="Aptos"/>
              </a:rPr>
              <a:t>Read context</a:t>
            </a:r>
          </a:p>
        </p:txBody>
      </p:sp>
      <p:sp>
        <p:nvSpPr>
          <p:cNvPr id="7" name="矩形 6">
            <a:extLst>
              <a:ext uri="{FF2B5EF4-FFF2-40B4-BE49-F238E27FC236}">
                <a16:creationId xmlns:a16="http://schemas.microsoft.com/office/drawing/2014/main" id="{666E5C44-8A31-4543-B81F-8431CC2C0FF1}"/>
              </a:ext>
            </a:extLst>
          </p:cNvPr>
          <p:cNvSpPr>
            <a:spLocks noGrp="1"/>
          </p:cNvSpPr>
          <p:nvPr/>
        </p:nvSpPr>
        <p:spPr>
          <a:xfrm>
            <a:off x="819150" y="2800350"/>
            <a:ext cx="1952625" cy="12192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Current quantities, expiry, restock rules and recent outcomes</a:t>
            </a:r>
          </a:p>
        </p:txBody>
      </p:sp>
      <p:sp>
        <p:nvSpPr>
          <p:cNvPr id="8" name="矩形 7">
            <a:extLst>
              <a:ext uri="{FF2B5EF4-FFF2-40B4-BE49-F238E27FC236}">
                <a16:creationId xmlns:a16="http://schemas.microsoft.com/office/drawing/2014/main" id="{921D4112-AD55-44D1-82C2-DC4FAF2A1685}"/>
              </a:ext>
            </a:extLst>
          </p:cNvPr>
          <p:cNvSpPr>
            <a:spLocks noGrp="1"/>
          </p:cNvSpPr>
          <p:nvPr/>
        </p:nvSpPr>
        <p:spPr>
          <a:xfrm>
            <a:off x="3352800" y="1428750"/>
            <a:ext cx="495300" cy="495300"/>
          </a:xfrm>
          <a:prstGeom prst="rect">
            <a:avLst/>
          </a:prstGeom>
          <a:noFill/>
          <a:ln w="0">
            <a:noFill/>
          </a:ln>
        </p:spPr>
        <p:txBody>
          <a:bodyPr anchor="t">
            <a:normAutofit/>
          </a:bodyPr>
          <a:lstStyle/>
          <a:p>
            <a:pPr>
              <a:defRPr sz="2550" b="1">
                <a:solidFill>
                  <a:srgbClr val="667B64"/>
                </a:solidFill>
                <a:latin typeface="Aptos"/>
                <a:ea typeface="Aptos"/>
                <a:cs typeface="Aptos"/>
              </a:defRPr>
            </a:pPr>
            <a:r>
              <a:rPr sz="2550" b="1">
                <a:solidFill>
                  <a:srgbClr val="667B64"/>
                </a:solidFill>
                <a:latin typeface="Aptos"/>
                <a:ea typeface="Aptos"/>
                <a:cs typeface="Aptos"/>
              </a:rPr>
              <a:t>2</a:t>
            </a:r>
          </a:p>
        </p:txBody>
      </p:sp>
      <p:sp>
        <p:nvSpPr>
          <p:cNvPr id="9" name="矩形: 圆角 8">
            <a:extLst>
              <a:ext uri="{FF2B5EF4-FFF2-40B4-BE49-F238E27FC236}">
                <a16:creationId xmlns:a16="http://schemas.microsoft.com/office/drawing/2014/main" id="{A3BC5977-389B-4C1A-9B41-A424917A6C0E}"/>
              </a:ext>
            </a:extLst>
          </p:cNvPr>
          <p:cNvSpPr>
            <a:spLocks noGrp="1"/>
          </p:cNvSpPr>
          <p:nvPr/>
        </p:nvSpPr>
        <p:spPr>
          <a:xfrm>
            <a:off x="3352800" y="2038350"/>
            <a:ext cx="2381250" cy="2419350"/>
          </a:xfrm>
          <a:prstGeom prst="roundRect">
            <a:avLst>
              <a:gd name="adj" fmla="val 3200"/>
            </a:avLst>
          </a:prstGeom>
          <a:solidFill>
            <a:srgbClr val="F4F0E7"/>
          </a:solidFill>
          <a:ln w="0">
            <a:noFill/>
          </a:ln>
        </p:spPr>
        <p:txBody>
          <a:bodyPr/>
          <a:lstStyle/>
          <a:p>
            <a:endParaRPr lang="zh-CN" altLang="en-US"/>
          </a:p>
        </p:txBody>
      </p:sp>
      <p:sp>
        <p:nvSpPr>
          <p:cNvPr id="10" name="矩形 9">
            <a:extLst>
              <a:ext uri="{FF2B5EF4-FFF2-40B4-BE49-F238E27FC236}">
                <a16:creationId xmlns:a16="http://schemas.microsoft.com/office/drawing/2014/main" id="{3EEA988D-41CC-4198-B206-953EA40B3D34}"/>
              </a:ext>
            </a:extLst>
          </p:cNvPr>
          <p:cNvSpPr>
            <a:spLocks noGrp="1"/>
          </p:cNvSpPr>
          <p:nvPr/>
        </p:nvSpPr>
        <p:spPr>
          <a:xfrm>
            <a:off x="3562350" y="2286000"/>
            <a:ext cx="1952625" cy="323850"/>
          </a:xfrm>
          <a:prstGeom prst="rect">
            <a:avLst/>
          </a:prstGeom>
          <a:noFill/>
          <a:ln w="0">
            <a:noFill/>
          </a:ln>
        </p:spPr>
        <p:txBody>
          <a:bodyPr anchor="t">
            <a:normAutofit fontScale="99924" lnSpcReduction="10000"/>
          </a:bodyPr>
          <a:lstStyle/>
          <a:p>
            <a:pPr>
              <a:defRPr sz="1650" b="1">
                <a:solidFill>
                  <a:srgbClr val="17211D"/>
                </a:solidFill>
                <a:latin typeface="Aptos"/>
                <a:ea typeface="Aptos"/>
                <a:cs typeface="Aptos"/>
              </a:defRPr>
            </a:pPr>
            <a:r>
              <a:rPr sz="1650" b="1">
                <a:solidFill>
                  <a:srgbClr val="17211D"/>
                </a:solidFill>
                <a:latin typeface="Aptos"/>
                <a:ea typeface="Aptos"/>
                <a:cs typeface="Aptos"/>
              </a:rPr>
              <a:t>Generate advice</a:t>
            </a:r>
          </a:p>
        </p:txBody>
      </p:sp>
      <p:sp>
        <p:nvSpPr>
          <p:cNvPr id="11" name="矩形 10">
            <a:extLst>
              <a:ext uri="{FF2B5EF4-FFF2-40B4-BE49-F238E27FC236}">
                <a16:creationId xmlns:a16="http://schemas.microsoft.com/office/drawing/2014/main" id="{23F4933E-7EE3-477F-A3E1-DE833A0CA468}"/>
              </a:ext>
            </a:extLst>
          </p:cNvPr>
          <p:cNvSpPr>
            <a:spLocks noGrp="1"/>
          </p:cNvSpPr>
          <p:nvPr/>
        </p:nvSpPr>
        <p:spPr>
          <a:xfrm>
            <a:off x="3562350" y="2800350"/>
            <a:ext cx="1952625" cy="12192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Prioritise use-first items and identify likely restock or duplicate cases</a:t>
            </a:r>
          </a:p>
        </p:txBody>
      </p:sp>
      <p:sp>
        <p:nvSpPr>
          <p:cNvPr id="12" name="矩形 11">
            <a:extLst>
              <a:ext uri="{FF2B5EF4-FFF2-40B4-BE49-F238E27FC236}">
                <a16:creationId xmlns:a16="http://schemas.microsoft.com/office/drawing/2014/main" id="{8BCE0BDA-B151-4E3D-89E5-4171789AC6AE}"/>
              </a:ext>
            </a:extLst>
          </p:cNvPr>
          <p:cNvSpPr>
            <a:spLocks noGrp="1"/>
          </p:cNvSpPr>
          <p:nvPr/>
        </p:nvSpPr>
        <p:spPr>
          <a:xfrm>
            <a:off x="6096000" y="1428750"/>
            <a:ext cx="495300" cy="495300"/>
          </a:xfrm>
          <a:prstGeom prst="rect">
            <a:avLst/>
          </a:prstGeom>
          <a:noFill/>
          <a:ln w="0">
            <a:noFill/>
          </a:ln>
        </p:spPr>
        <p:txBody>
          <a:bodyPr anchor="t">
            <a:normAutofit/>
          </a:bodyPr>
          <a:lstStyle/>
          <a:p>
            <a:pPr>
              <a:defRPr sz="2550" b="1">
                <a:solidFill>
                  <a:srgbClr val="667B64"/>
                </a:solidFill>
                <a:latin typeface="Aptos"/>
                <a:ea typeface="Aptos"/>
                <a:cs typeface="Aptos"/>
              </a:defRPr>
            </a:pPr>
            <a:r>
              <a:rPr sz="2550" b="1">
                <a:solidFill>
                  <a:srgbClr val="667B64"/>
                </a:solidFill>
                <a:latin typeface="Aptos"/>
                <a:ea typeface="Aptos"/>
                <a:cs typeface="Aptos"/>
              </a:rPr>
              <a:t>3</a:t>
            </a:r>
          </a:p>
        </p:txBody>
      </p:sp>
      <p:sp>
        <p:nvSpPr>
          <p:cNvPr id="13" name="矩形: 圆角 12">
            <a:extLst>
              <a:ext uri="{FF2B5EF4-FFF2-40B4-BE49-F238E27FC236}">
                <a16:creationId xmlns:a16="http://schemas.microsoft.com/office/drawing/2014/main" id="{9FD72E9B-25B1-4134-9C0C-EB43AE8FE466}"/>
              </a:ext>
            </a:extLst>
          </p:cNvPr>
          <p:cNvSpPr>
            <a:spLocks noGrp="1"/>
          </p:cNvSpPr>
          <p:nvPr/>
        </p:nvSpPr>
        <p:spPr>
          <a:xfrm>
            <a:off x="6096000" y="2038350"/>
            <a:ext cx="2381250" cy="2419350"/>
          </a:xfrm>
          <a:prstGeom prst="roundRect">
            <a:avLst>
              <a:gd name="adj" fmla="val 3200"/>
            </a:avLst>
          </a:prstGeom>
          <a:solidFill>
            <a:srgbClr val="F4F0E7"/>
          </a:solidFill>
          <a:ln w="0">
            <a:noFill/>
          </a:ln>
        </p:spPr>
        <p:txBody>
          <a:bodyPr/>
          <a:lstStyle/>
          <a:p>
            <a:endParaRPr lang="zh-CN" altLang="en-US"/>
          </a:p>
        </p:txBody>
      </p:sp>
      <p:sp>
        <p:nvSpPr>
          <p:cNvPr id="14" name="矩形 13">
            <a:extLst>
              <a:ext uri="{FF2B5EF4-FFF2-40B4-BE49-F238E27FC236}">
                <a16:creationId xmlns:a16="http://schemas.microsoft.com/office/drawing/2014/main" id="{D356B375-72BF-42B6-8890-3D27E85F220A}"/>
              </a:ext>
            </a:extLst>
          </p:cNvPr>
          <p:cNvSpPr>
            <a:spLocks noGrp="1"/>
          </p:cNvSpPr>
          <p:nvPr/>
        </p:nvSpPr>
        <p:spPr>
          <a:xfrm>
            <a:off x="6305550" y="2286000"/>
            <a:ext cx="1952625" cy="323850"/>
          </a:xfrm>
          <a:prstGeom prst="rect">
            <a:avLst/>
          </a:prstGeom>
          <a:noFill/>
          <a:ln w="0">
            <a:noFill/>
          </a:ln>
        </p:spPr>
        <p:txBody>
          <a:bodyPr anchor="t">
            <a:normAutofit fontScale="99924" lnSpcReduction="10000"/>
          </a:bodyPr>
          <a:lstStyle/>
          <a:p>
            <a:pPr>
              <a:defRPr sz="1650" b="1">
                <a:solidFill>
                  <a:srgbClr val="17211D"/>
                </a:solidFill>
                <a:latin typeface="Aptos"/>
                <a:ea typeface="Aptos"/>
                <a:cs typeface="Aptos"/>
              </a:defRPr>
            </a:pPr>
            <a:r>
              <a:rPr sz="1650" b="1">
                <a:solidFill>
                  <a:srgbClr val="17211D"/>
                </a:solidFill>
                <a:latin typeface="Aptos"/>
                <a:ea typeface="Aptos"/>
                <a:cs typeface="Aptos"/>
              </a:rPr>
              <a:t>Explain</a:t>
            </a:r>
          </a:p>
        </p:txBody>
      </p:sp>
      <p:sp>
        <p:nvSpPr>
          <p:cNvPr id="15" name="矩形 14">
            <a:extLst>
              <a:ext uri="{FF2B5EF4-FFF2-40B4-BE49-F238E27FC236}">
                <a16:creationId xmlns:a16="http://schemas.microsoft.com/office/drawing/2014/main" id="{A3195F31-413D-4BA1-B64B-CDC662542C8D}"/>
              </a:ext>
            </a:extLst>
          </p:cNvPr>
          <p:cNvSpPr>
            <a:spLocks noGrp="1"/>
          </p:cNvSpPr>
          <p:nvPr/>
        </p:nvSpPr>
        <p:spPr>
          <a:xfrm>
            <a:off x="6305550" y="2800350"/>
            <a:ext cx="1952625" cy="12192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Show the stock evidence and why the suggestion appeared</a:t>
            </a:r>
          </a:p>
        </p:txBody>
      </p:sp>
      <p:sp>
        <p:nvSpPr>
          <p:cNvPr id="16" name="矩形 15">
            <a:extLst>
              <a:ext uri="{FF2B5EF4-FFF2-40B4-BE49-F238E27FC236}">
                <a16:creationId xmlns:a16="http://schemas.microsoft.com/office/drawing/2014/main" id="{7EBB7652-FB0F-4F40-8B01-ABA641C15CAC}"/>
              </a:ext>
            </a:extLst>
          </p:cNvPr>
          <p:cNvSpPr>
            <a:spLocks noGrp="1"/>
          </p:cNvSpPr>
          <p:nvPr/>
        </p:nvSpPr>
        <p:spPr>
          <a:xfrm>
            <a:off x="8839200" y="1428750"/>
            <a:ext cx="495300" cy="495300"/>
          </a:xfrm>
          <a:prstGeom prst="rect">
            <a:avLst/>
          </a:prstGeom>
          <a:noFill/>
          <a:ln w="0">
            <a:noFill/>
          </a:ln>
        </p:spPr>
        <p:txBody>
          <a:bodyPr anchor="t">
            <a:normAutofit/>
          </a:bodyPr>
          <a:lstStyle/>
          <a:p>
            <a:pPr>
              <a:defRPr sz="2550" b="1">
                <a:solidFill>
                  <a:srgbClr val="C86F55"/>
                </a:solidFill>
                <a:latin typeface="Aptos"/>
                <a:ea typeface="Aptos"/>
                <a:cs typeface="Aptos"/>
              </a:defRPr>
            </a:pPr>
            <a:r>
              <a:rPr sz="2550" b="1">
                <a:solidFill>
                  <a:srgbClr val="C86F55"/>
                </a:solidFill>
                <a:latin typeface="Aptos"/>
                <a:ea typeface="Aptos"/>
                <a:cs typeface="Aptos"/>
              </a:rPr>
              <a:t>4</a:t>
            </a:r>
          </a:p>
        </p:txBody>
      </p:sp>
      <p:sp>
        <p:nvSpPr>
          <p:cNvPr id="17" name="矩形: 圆角 16">
            <a:extLst>
              <a:ext uri="{FF2B5EF4-FFF2-40B4-BE49-F238E27FC236}">
                <a16:creationId xmlns:a16="http://schemas.microsoft.com/office/drawing/2014/main" id="{CF399479-6045-4664-B850-F85174D5ACB7}"/>
              </a:ext>
            </a:extLst>
          </p:cNvPr>
          <p:cNvSpPr>
            <a:spLocks noGrp="1"/>
          </p:cNvSpPr>
          <p:nvPr/>
        </p:nvSpPr>
        <p:spPr>
          <a:xfrm>
            <a:off x="8839200" y="2038350"/>
            <a:ext cx="2381250" cy="2419350"/>
          </a:xfrm>
          <a:prstGeom prst="roundRect">
            <a:avLst>
              <a:gd name="adj" fmla="val 3200"/>
            </a:avLst>
          </a:prstGeom>
          <a:solidFill>
            <a:srgbClr val="F4E1C8"/>
          </a:solidFill>
          <a:ln w="0">
            <a:noFill/>
          </a:ln>
        </p:spPr>
        <p:txBody>
          <a:bodyPr/>
          <a:lstStyle/>
          <a:p>
            <a:endParaRPr lang="zh-CN" altLang="en-US"/>
          </a:p>
        </p:txBody>
      </p:sp>
      <p:sp>
        <p:nvSpPr>
          <p:cNvPr id="18" name="矩形 17">
            <a:extLst>
              <a:ext uri="{FF2B5EF4-FFF2-40B4-BE49-F238E27FC236}">
                <a16:creationId xmlns:a16="http://schemas.microsoft.com/office/drawing/2014/main" id="{D5B7D109-C346-49B3-AA3A-C5FD1D58C454}"/>
              </a:ext>
            </a:extLst>
          </p:cNvPr>
          <p:cNvSpPr>
            <a:spLocks noGrp="1"/>
          </p:cNvSpPr>
          <p:nvPr/>
        </p:nvSpPr>
        <p:spPr>
          <a:xfrm>
            <a:off x="9048750" y="2286000"/>
            <a:ext cx="1952625" cy="323850"/>
          </a:xfrm>
          <a:prstGeom prst="rect">
            <a:avLst/>
          </a:prstGeom>
          <a:noFill/>
          <a:ln w="0">
            <a:noFill/>
          </a:ln>
        </p:spPr>
        <p:txBody>
          <a:bodyPr anchor="t">
            <a:normAutofit fontScale="99924" lnSpcReduction="10000"/>
          </a:bodyPr>
          <a:lstStyle/>
          <a:p>
            <a:pPr>
              <a:defRPr sz="1650" b="1">
                <a:solidFill>
                  <a:srgbClr val="17211D"/>
                </a:solidFill>
                <a:latin typeface="Aptos"/>
                <a:ea typeface="Aptos"/>
                <a:cs typeface="Aptos"/>
              </a:defRPr>
            </a:pPr>
            <a:r>
              <a:rPr sz="1650" b="1">
                <a:solidFill>
                  <a:srgbClr val="17211D"/>
                </a:solidFill>
                <a:latin typeface="Aptos"/>
                <a:ea typeface="Aptos"/>
                <a:cs typeface="Aptos"/>
              </a:rPr>
              <a:t>User decides</a:t>
            </a:r>
          </a:p>
        </p:txBody>
      </p:sp>
      <p:sp>
        <p:nvSpPr>
          <p:cNvPr id="19" name="矩形 18">
            <a:extLst>
              <a:ext uri="{FF2B5EF4-FFF2-40B4-BE49-F238E27FC236}">
                <a16:creationId xmlns:a16="http://schemas.microsoft.com/office/drawing/2014/main" id="{77E0CDC0-453E-4A1E-8C00-B8F4575E9F35}"/>
              </a:ext>
            </a:extLst>
          </p:cNvPr>
          <p:cNvSpPr>
            <a:spLocks noGrp="1"/>
          </p:cNvSpPr>
          <p:nvPr/>
        </p:nvSpPr>
        <p:spPr>
          <a:xfrm>
            <a:off x="9048750" y="2800350"/>
            <a:ext cx="1952625" cy="12192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Keep, dismiss or add the suggestion to the shopping list</a:t>
            </a:r>
          </a:p>
        </p:txBody>
      </p:sp>
      <p:sp>
        <p:nvSpPr>
          <p:cNvPr id="20" name="矩形: 圆角 19">
            <a:extLst>
              <a:ext uri="{FF2B5EF4-FFF2-40B4-BE49-F238E27FC236}">
                <a16:creationId xmlns:a16="http://schemas.microsoft.com/office/drawing/2014/main" id="{99ED9129-F1C8-4D17-A4F6-4DE4449E8EDA}"/>
              </a:ext>
            </a:extLst>
          </p:cNvPr>
          <p:cNvSpPr>
            <a:spLocks noGrp="1"/>
          </p:cNvSpPr>
          <p:nvPr/>
        </p:nvSpPr>
        <p:spPr>
          <a:xfrm>
            <a:off x="609600" y="4953000"/>
            <a:ext cx="10591800" cy="857250"/>
          </a:xfrm>
          <a:prstGeom prst="roundRect">
            <a:avLst>
              <a:gd name="adj" fmla="val 8889"/>
            </a:avLst>
          </a:prstGeom>
          <a:solidFill>
            <a:srgbClr val="667B64"/>
          </a:solidFill>
          <a:ln w="0">
            <a:noFill/>
          </a:ln>
        </p:spPr>
        <p:txBody>
          <a:bodyPr/>
          <a:lstStyle/>
          <a:p>
            <a:endParaRPr lang="zh-CN" altLang="en-US"/>
          </a:p>
        </p:txBody>
      </p:sp>
      <p:sp>
        <p:nvSpPr>
          <p:cNvPr id="21" name="矩形 20">
            <a:extLst>
              <a:ext uri="{FF2B5EF4-FFF2-40B4-BE49-F238E27FC236}">
                <a16:creationId xmlns:a16="http://schemas.microsoft.com/office/drawing/2014/main" id="{1C25BDA5-D827-4EEA-B921-F3847C75AB6B}"/>
              </a:ext>
            </a:extLst>
          </p:cNvPr>
          <p:cNvSpPr>
            <a:spLocks noGrp="1"/>
          </p:cNvSpPr>
          <p:nvPr/>
        </p:nvSpPr>
        <p:spPr>
          <a:xfrm>
            <a:off x="857250" y="5181600"/>
            <a:ext cx="1714500" cy="266700"/>
          </a:xfrm>
          <a:prstGeom prst="rect">
            <a:avLst/>
          </a:prstGeom>
          <a:noFill/>
          <a:ln w="0">
            <a:noFill/>
          </a:ln>
        </p:spPr>
        <p:txBody>
          <a:bodyPr anchor="t">
            <a:normAutofit fontScale="97696" lnSpcReduction="10000"/>
          </a:bodyPr>
          <a:lstStyle/>
          <a:p>
            <a:pPr>
              <a:defRPr sz="1275" b="1">
                <a:solidFill>
                  <a:srgbClr val="FFFFFF"/>
                </a:solidFill>
                <a:latin typeface="Aptos"/>
                <a:ea typeface="Aptos"/>
                <a:cs typeface="Aptos"/>
              </a:defRPr>
            </a:pPr>
            <a:r>
              <a:rPr sz="1275" b="1">
                <a:solidFill>
                  <a:srgbClr val="FFFFFF"/>
                </a:solidFill>
                <a:latin typeface="Aptos"/>
                <a:ea typeface="Aptos"/>
                <a:cs typeface="Aptos"/>
              </a:rPr>
              <a:t>Safety boundary</a:t>
            </a:r>
          </a:p>
        </p:txBody>
      </p:sp>
      <p:sp>
        <p:nvSpPr>
          <p:cNvPr id="22" name="矩形 21">
            <a:extLst>
              <a:ext uri="{FF2B5EF4-FFF2-40B4-BE49-F238E27FC236}">
                <a16:creationId xmlns:a16="http://schemas.microsoft.com/office/drawing/2014/main" id="{71A1A9D0-8A22-49F1-8C7B-244AC06298F6}"/>
              </a:ext>
            </a:extLst>
          </p:cNvPr>
          <p:cNvSpPr>
            <a:spLocks noGrp="1"/>
          </p:cNvSpPr>
          <p:nvPr/>
        </p:nvSpPr>
        <p:spPr>
          <a:xfrm>
            <a:off x="2724150" y="5124450"/>
            <a:ext cx="8096250" cy="495300"/>
          </a:xfrm>
          <a:prstGeom prst="rect">
            <a:avLst/>
          </a:prstGeom>
          <a:noFill/>
          <a:ln w="0">
            <a:noFill/>
          </a:ln>
        </p:spPr>
        <p:txBody>
          <a:bodyPr anchor="t">
            <a:normAutofit fontScale="95833" lnSpcReduction="10000"/>
          </a:bodyPr>
          <a:lstStyle/>
          <a:p>
            <a:pPr>
              <a:defRPr sz="1500" b="0">
                <a:solidFill>
                  <a:srgbClr val="FFFFFF"/>
                </a:solidFill>
                <a:latin typeface="Aptos"/>
                <a:ea typeface="Aptos"/>
                <a:cs typeface="Aptos"/>
              </a:defRPr>
            </a:pPr>
            <a:r>
              <a:rPr sz="1500" b="0">
                <a:solidFill>
                  <a:srgbClr val="FFFFFF"/>
                </a:solidFill>
                <a:latin typeface="Aptos"/>
                <a:ea typeface="Aptos"/>
                <a:cs typeface="Aptos"/>
              </a:rPr>
              <a:t>The assistant supports shopping choices. It does not decide whether food is safe to eat, and every recommendation remains optional.</a:t>
            </a:r>
          </a:p>
        </p:txBody>
      </p:sp>
      <p:sp>
        <p:nvSpPr>
          <p:cNvPr id="23" name="矩形 22">
            <a:extLst>
              <a:ext uri="{FF2B5EF4-FFF2-40B4-BE49-F238E27FC236}">
                <a16:creationId xmlns:a16="http://schemas.microsoft.com/office/drawing/2014/main" id="{F9DCA924-0046-44B1-80AB-4E398870A141}"/>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Tree>
    <p:extLst>
      <p:ext uri="{BB962C8B-B14F-4D97-AF65-F5344CB8AC3E}">
        <p14:creationId xmlns:p14="http://schemas.microsoft.com/office/powerpoint/2010/main" val="731918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AF5B1E5A-8A2D-4650-9C78-7B19BB4406CB}"/>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OPEN DATA AND AI WORKFLOW</a:t>
            </a:r>
          </a:p>
        </p:txBody>
      </p:sp>
      <p:sp>
        <p:nvSpPr>
          <p:cNvPr id="2" name="矩形 1">
            <a:extLst>
              <a:ext uri="{FF2B5EF4-FFF2-40B4-BE49-F238E27FC236}">
                <a16:creationId xmlns:a16="http://schemas.microsoft.com/office/drawing/2014/main" id="{D216D967-31D4-4E3A-87E1-72A6B6B8B31F}"/>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Data remains traceable from source to suggestion</a:t>
            </a:r>
          </a:p>
        </p:txBody>
      </p:sp>
      <p:sp>
        <p:nvSpPr>
          <p:cNvPr id="3" name="矩形 2">
            <a:extLst>
              <a:ext uri="{FF2B5EF4-FFF2-40B4-BE49-F238E27FC236}">
                <a16:creationId xmlns:a16="http://schemas.microsoft.com/office/drawing/2014/main" id="{FEDF2B70-A05D-49F0-95EE-2EA7EE1E8035}"/>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09</a:t>
            </a:r>
          </a:p>
        </p:txBody>
      </p:sp>
      <p:sp>
        <p:nvSpPr>
          <p:cNvPr id="4" name="矩形: 圆角 3">
            <a:extLst>
              <a:ext uri="{FF2B5EF4-FFF2-40B4-BE49-F238E27FC236}">
                <a16:creationId xmlns:a16="http://schemas.microsoft.com/office/drawing/2014/main" id="{51B83019-7C78-43FD-8C80-64F393072E53}"/>
              </a:ext>
            </a:extLst>
          </p:cNvPr>
          <p:cNvSpPr>
            <a:spLocks noGrp="1"/>
          </p:cNvSpPr>
          <p:nvPr/>
        </p:nvSpPr>
        <p:spPr>
          <a:xfrm>
            <a:off x="609600" y="1504950"/>
            <a:ext cx="3276600" cy="3048000"/>
          </a:xfrm>
          <a:prstGeom prst="roundRect">
            <a:avLst>
              <a:gd name="adj" fmla="val 2500"/>
            </a:avLst>
          </a:prstGeom>
          <a:solidFill>
            <a:srgbClr val="DDE6D8"/>
          </a:solidFill>
          <a:ln w="0">
            <a:noFill/>
          </a:ln>
        </p:spPr>
        <p:txBody>
          <a:bodyPr/>
          <a:lstStyle/>
          <a:p>
            <a:endParaRPr lang="zh-CN" altLang="en-US"/>
          </a:p>
        </p:txBody>
      </p:sp>
      <p:sp>
        <p:nvSpPr>
          <p:cNvPr id="5" name="矩形 4">
            <a:extLst>
              <a:ext uri="{FF2B5EF4-FFF2-40B4-BE49-F238E27FC236}">
                <a16:creationId xmlns:a16="http://schemas.microsoft.com/office/drawing/2014/main" id="{587E6B8C-C942-4E68-BF0B-7629188E87B8}"/>
              </a:ext>
            </a:extLst>
          </p:cNvPr>
          <p:cNvSpPr>
            <a:spLocks noGrp="1"/>
          </p:cNvSpPr>
          <p:nvPr/>
        </p:nvSpPr>
        <p:spPr>
          <a:xfrm>
            <a:off x="838200" y="1752600"/>
            <a:ext cx="281940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INPUT</a:t>
            </a:r>
          </a:p>
        </p:txBody>
      </p:sp>
      <p:sp>
        <p:nvSpPr>
          <p:cNvPr id="6" name="矩形 5">
            <a:extLst>
              <a:ext uri="{FF2B5EF4-FFF2-40B4-BE49-F238E27FC236}">
                <a16:creationId xmlns:a16="http://schemas.microsoft.com/office/drawing/2014/main" id="{C26D90E3-BDA1-4612-BE95-51C536ECEC09}"/>
              </a:ext>
            </a:extLst>
          </p:cNvPr>
          <p:cNvSpPr>
            <a:spLocks noGrp="1"/>
          </p:cNvSpPr>
          <p:nvPr/>
        </p:nvSpPr>
        <p:spPr>
          <a:xfrm>
            <a:off x="838200" y="2209800"/>
            <a:ext cx="2724150" cy="1809750"/>
          </a:xfrm>
          <a:prstGeom prst="rect">
            <a:avLst/>
          </a:prstGeom>
          <a:noFill/>
          <a:ln w="0">
            <a:noFill/>
          </a:ln>
        </p:spPr>
        <p:txBody>
          <a:bodyPr anchor="t">
            <a:normAutofit/>
          </a:bodyPr>
          <a:lstStyle/>
          <a:p>
            <a:pPr>
              <a:defRPr sz="1725" b="1">
                <a:solidFill>
                  <a:srgbClr val="17211D"/>
                </a:solidFill>
                <a:latin typeface="Aptos"/>
                <a:ea typeface="Aptos"/>
                <a:cs typeface="Aptos"/>
              </a:defRPr>
            </a:pPr>
            <a:r>
              <a:rPr sz="1725" b="1">
                <a:solidFill>
                  <a:srgbClr val="17211D"/>
                </a:solidFill>
                <a:latin typeface="Aptos"/>
                <a:ea typeface="Aptos"/>
                <a:cs typeface="Aptos"/>
              </a:rPr>
              <a:t>Inventory batches</a:t>
            </a:r>
          </a:p>
          <a:p>
            <a:pPr>
              <a:defRPr sz="1725" b="1">
                <a:solidFill>
                  <a:srgbClr val="17211D"/>
                </a:solidFill>
                <a:latin typeface="Aptos"/>
                <a:ea typeface="Aptos"/>
                <a:cs typeface="Aptos"/>
              </a:defRPr>
            </a:pPr>
            <a:r>
              <a:rPr sz="1725" b="1">
                <a:solidFill>
                  <a:srgbClr val="17211D"/>
                </a:solidFill>
                <a:latin typeface="Aptos"/>
                <a:ea typeface="Aptos"/>
                <a:cs typeface="Aptos"/>
              </a:rPr>
              <a:t>Use and discard history</a:t>
            </a:r>
          </a:p>
          <a:p>
            <a:pPr>
              <a:defRPr sz="1725" b="1">
                <a:solidFill>
                  <a:srgbClr val="17211D"/>
                </a:solidFill>
                <a:latin typeface="Aptos"/>
                <a:ea typeface="Aptos"/>
                <a:cs typeface="Aptos"/>
              </a:defRPr>
            </a:pPr>
            <a:r>
              <a:rPr sz="1725" b="1">
                <a:solidFill>
                  <a:srgbClr val="17211D"/>
                </a:solidFill>
                <a:latin typeface="Aptos"/>
                <a:ea typeface="Aptos"/>
                <a:cs typeface="Aptos"/>
              </a:rPr>
              <a:t>Restock thresholds</a:t>
            </a:r>
          </a:p>
          <a:p>
            <a:pPr>
              <a:defRPr sz="1725" b="1">
                <a:solidFill>
                  <a:srgbClr val="17211D"/>
                </a:solidFill>
                <a:latin typeface="Aptos"/>
                <a:ea typeface="Aptos"/>
                <a:cs typeface="Aptos"/>
              </a:defRPr>
            </a:pPr>
            <a:r>
              <a:rPr sz="1725" b="1">
                <a:solidFill>
                  <a:srgbClr val="17211D"/>
                </a:solidFill>
                <a:latin typeface="Aptos"/>
                <a:ea typeface="Aptos"/>
                <a:cs typeface="Aptos"/>
              </a:rPr>
              <a:t>Open food references</a:t>
            </a:r>
          </a:p>
        </p:txBody>
      </p:sp>
      <p:sp>
        <p:nvSpPr>
          <p:cNvPr id="7" name="矩形: 圆角 6">
            <a:extLst>
              <a:ext uri="{FF2B5EF4-FFF2-40B4-BE49-F238E27FC236}">
                <a16:creationId xmlns:a16="http://schemas.microsoft.com/office/drawing/2014/main" id="{1BDDB355-E303-4E96-910B-C76963AD1845}"/>
              </a:ext>
            </a:extLst>
          </p:cNvPr>
          <p:cNvSpPr>
            <a:spLocks noGrp="1"/>
          </p:cNvSpPr>
          <p:nvPr/>
        </p:nvSpPr>
        <p:spPr>
          <a:xfrm>
            <a:off x="4324350" y="1504950"/>
            <a:ext cx="3276600" cy="3048000"/>
          </a:xfrm>
          <a:prstGeom prst="roundRect">
            <a:avLst>
              <a:gd name="adj" fmla="val 2500"/>
            </a:avLst>
          </a:prstGeom>
          <a:solidFill>
            <a:srgbClr val="F4F0E7"/>
          </a:solidFill>
          <a:ln w="0">
            <a:noFill/>
          </a:ln>
        </p:spPr>
        <p:txBody>
          <a:bodyPr/>
          <a:lstStyle/>
          <a:p>
            <a:endParaRPr lang="zh-CN" altLang="en-US"/>
          </a:p>
        </p:txBody>
      </p:sp>
      <p:sp>
        <p:nvSpPr>
          <p:cNvPr id="8" name="矩形 7">
            <a:extLst>
              <a:ext uri="{FF2B5EF4-FFF2-40B4-BE49-F238E27FC236}">
                <a16:creationId xmlns:a16="http://schemas.microsoft.com/office/drawing/2014/main" id="{6971EE66-BBC4-4B46-AE00-59181E791DD0}"/>
              </a:ext>
            </a:extLst>
          </p:cNvPr>
          <p:cNvSpPr>
            <a:spLocks noGrp="1"/>
          </p:cNvSpPr>
          <p:nvPr/>
        </p:nvSpPr>
        <p:spPr>
          <a:xfrm>
            <a:off x="4552950" y="1752600"/>
            <a:ext cx="281940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PROCESS</a:t>
            </a:r>
          </a:p>
        </p:txBody>
      </p:sp>
      <p:sp>
        <p:nvSpPr>
          <p:cNvPr id="9" name="矩形 8">
            <a:extLst>
              <a:ext uri="{FF2B5EF4-FFF2-40B4-BE49-F238E27FC236}">
                <a16:creationId xmlns:a16="http://schemas.microsoft.com/office/drawing/2014/main" id="{97D2C6FE-ACC1-48D0-B781-17C75CC28CEC}"/>
              </a:ext>
            </a:extLst>
          </p:cNvPr>
          <p:cNvSpPr>
            <a:spLocks noGrp="1"/>
          </p:cNvSpPr>
          <p:nvPr/>
        </p:nvSpPr>
        <p:spPr>
          <a:xfrm>
            <a:off x="4552950" y="2209800"/>
            <a:ext cx="2724150" cy="1809750"/>
          </a:xfrm>
          <a:prstGeom prst="rect">
            <a:avLst/>
          </a:prstGeom>
          <a:noFill/>
          <a:ln w="0">
            <a:noFill/>
          </a:ln>
        </p:spPr>
        <p:txBody>
          <a:bodyPr anchor="t">
            <a:normAutofit/>
          </a:bodyPr>
          <a:lstStyle/>
          <a:p>
            <a:pPr>
              <a:defRPr sz="1725" b="1">
                <a:solidFill>
                  <a:srgbClr val="17211D"/>
                </a:solidFill>
                <a:latin typeface="Aptos"/>
                <a:ea typeface="Aptos"/>
                <a:cs typeface="Aptos"/>
              </a:defRPr>
            </a:pPr>
            <a:r>
              <a:rPr sz="1725" b="1">
                <a:solidFill>
                  <a:srgbClr val="17211D"/>
                </a:solidFill>
                <a:latin typeface="Aptos"/>
                <a:ea typeface="Aptos"/>
                <a:cs typeface="Aptos"/>
              </a:rPr>
              <a:t>Authenticate device</a:t>
            </a:r>
          </a:p>
          <a:p>
            <a:pPr>
              <a:defRPr sz="1725" b="1">
                <a:solidFill>
                  <a:srgbClr val="17211D"/>
                </a:solidFill>
                <a:latin typeface="Aptos"/>
                <a:ea typeface="Aptos"/>
                <a:cs typeface="Aptos"/>
              </a:defRPr>
            </a:pPr>
            <a:r>
              <a:rPr sz="1725" b="1">
                <a:solidFill>
                  <a:srgbClr val="17211D"/>
                </a:solidFill>
                <a:latin typeface="Aptos"/>
                <a:ea typeface="Aptos"/>
                <a:cs typeface="Aptos"/>
              </a:rPr>
              <a:t>Normalise food identity</a:t>
            </a:r>
          </a:p>
          <a:p>
            <a:pPr>
              <a:defRPr sz="1725" b="1">
                <a:solidFill>
                  <a:srgbClr val="17211D"/>
                </a:solidFill>
                <a:latin typeface="Aptos"/>
                <a:ea typeface="Aptos"/>
                <a:cs typeface="Aptos"/>
              </a:defRPr>
            </a:pPr>
            <a:r>
              <a:rPr sz="1725" b="1">
                <a:solidFill>
                  <a:srgbClr val="17211D"/>
                </a:solidFill>
                <a:latin typeface="Aptos"/>
                <a:ea typeface="Aptos"/>
                <a:cs typeface="Aptos"/>
              </a:rPr>
              <a:t>Apply eligibility rules</a:t>
            </a:r>
          </a:p>
          <a:p>
            <a:pPr>
              <a:defRPr sz="1725" b="1">
                <a:solidFill>
                  <a:srgbClr val="17211D"/>
                </a:solidFill>
                <a:latin typeface="Aptos"/>
                <a:ea typeface="Aptos"/>
                <a:cs typeface="Aptos"/>
              </a:defRPr>
            </a:pPr>
            <a:r>
              <a:rPr sz="1725" b="1">
                <a:solidFill>
                  <a:srgbClr val="17211D"/>
                </a:solidFill>
                <a:latin typeface="Aptos"/>
                <a:ea typeface="Aptos"/>
                <a:cs typeface="Aptos"/>
              </a:rPr>
              <a:t>Request AI explanation</a:t>
            </a:r>
          </a:p>
        </p:txBody>
      </p:sp>
      <p:sp>
        <p:nvSpPr>
          <p:cNvPr id="10" name="矩形: 圆角 9">
            <a:extLst>
              <a:ext uri="{FF2B5EF4-FFF2-40B4-BE49-F238E27FC236}">
                <a16:creationId xmlns:a16="http://schemas.microsoft.com/office/drawing/2014/main" id="{82F08CCE-4804-4991-885B-E35CE6D58326}"/>
              </a:ext>
            </a:extLst>
          </p:cNvPr>
          <p:cNvSpPr>
            <a:spLocks noGrp="1"/>
          </p:cNvSpPr>
          <p:nvPr/>
        </p:nvSpPr>
        <p:spPr>
          <a:xfrm>
            <a:off x="8039100" y="1504950"/>
            <a:ext cx="3276600" cy="3048000"/>
          </a:xfrm>
          <a:prstGeom prst="roundRect">
            <a:avLst>
              <a:gd name="adj" fmla="val 2500"/>
            </a:avLst>
          </a:prstGeom>
          <a:solidFill>
            <a:srgbClr val="F4E1C8"/>
          </a:solidFill>
          <a:ln w="0">
            <a:noFill/>
          </a:ln>
        </p:spPr>
        <p:txBody>
          <a:bodyPr/>
          <a:lstStyle/>
          <a:p>
            <a:endParaRPr lang="zh-CN" altLang="en-US"/>
          </a:p>
        </p:txBody>
      </p:sp>
      <p:sp>
        <p:nvSpPr>
          <p:cNvPr id="11" name="矩形 10">
            <a:extLst>
              <a:ext uri="{FF2B5EF4-FFF2-40B4-BE49-F238E27FC236}">
                <a16:creationId xmlns:a16="http://schemas.microsoft.com/office/drawing/2014/main" id="{E08EDA72-2123-438B-A17B-F38891D27604}"/>
              </a:ext>
            </a:extLst>
          </p:cNvPr>
          <p:cNvSpPr>
            <a:spLocks noGrp="1"/>
          </p:cNvSpPr>
          <p:nvPr/>
        </p:nvSpPr>
        <p:spPr>
          <a:xfrm>
            <a:off x="8267700" y="1752600"/>
            <a:ext cx="281940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OUTPUT</a:t>
            </a:r>
          </a:p>
        </p:txBody>
      </p:sp>
      <p:sp>
        <p:nvSpPr>
          <p:cNvPr id="12" name="矩形 11">
            <a:extLst>
              <a:ext uri="{FF2B5EF4-FFF2-40B4-BE49-F238E27FC236}">
                <a16:creationId xmlns:a16="http://schemas.microsoft.com/office/drawing/2014/main" id="{9844275A-4901-4363-8895-3F8DC53566D7}"/>
              </a:ext>
            </a:extLst>
          </p:cNvPr>
          <p:cNvSpPr>
            <a:spLocks noGrp="1"/>
          </p:cNvSpPr>
          <p:nvPr/>
        </p:nvSpPr>
        <p:spPr>
          <a:xfrm>
            <a:off x="8267700" y="2209800"/>
            <a:ext cx="2724150" cy="1809750"/>
          </a:xfrm>
          <a:prstGeom prst="rect">
            <a:avLst/>
          </a:prstGeom>
          <a:noFill/>
          <a:ln w="0">
            <a:noFill/>
          </a:ln>
        </p:spPr>
        <p:txBody>
          <a:bodyPr anchor="t">
            <a:normAutofit/>
          </a:bodyPr>
          <a:lstStyle/>
          <a:p>
            <a:pPr>
              <a:defRPr sz="1725" b="1">
                <a:solidFill>
                  <a:srgbClr val="17211D"/>
                </a:solidFill>
                <a:latin typeface="Aptos"/>
                <a:ea typeface="Aptos"/>
                <a:cs typeface="Aptos"/>
              </a:defRPr>
            </a:pPr>
            <a:r>
              <a:rPr sz="1725" b="1">
                <a:solidFill>
                  <a:srgbClr val="17211D"/>
                </a:solidFill>
                <a:latin typeface="Aptos"/>
                <a:ea typeface="Aptos"/>
                <a:cs typeface="Aptos"/>
              </a:rPr>
              <a:t>Restock suggestion</a:t>
            </a:r>
          </a:p>
          <a:p>
            <a:pPr>
              <a:defRPr sz="1725" b="1">
                <a:solidFill>
                  <a:srgbClr val="17211D"/>
                </a:solidFill>
                <a:latin typeface="Aptos"/>
                <a:ea typeface="Aptos"/>
                <a:cs typeface="Aptos"/>
              </a:defRPr>
            </a:pPr>
            <a:r>
              <a:rPr sz="1725" b="1">
                <a:solidFill>
                  <a:srgbClr val="17211D"/>
                </a:solidFill>
                <a:latin typeface="Aptos"/>
                <a:ea typeface="Aptos"/>
                <a:cs typeface="Aptos"/>
              </a:rPr>
              <a:t>Duplicate warning</a:t>
            </a:r>
          </a:p>
          <a:p>
            <a:pPr>
              <a:defRPr sz="1725" b="1">
                <a:solidFill>
                  <a:srgbClr val="17211D"/>
                </a:solidFill>
                <a:latin typeface="Aptos"/>
                <a:ea typeface="Aptos"/>
                <a:cs typeface="Aptos"/>
              </a:defRPr>
            </a:pPr>
            <a:r>
              <a:rPr sz="1725" b="1">
                <a:solidFill>
                  <a:srgbClr val="17211D"/>
                </a:solidFill>
                <a:latin typeface="Aptos"/>
                <a:ea typeface="Aptos"/>
                <a:cs typeface="Aptos"/>
              </a:rPr>
              <a:t>Use-first reminder</a:t>
            </a:r>
          </a:p>
          <a:p>
            <a:pPr>
              <a:defRPr sz="1725" b="1">
                <a:solidFill>
                  <a:srgbClr val="17211D"/>
                </a:solidFill>
                <a:latin typeface="Aptos"/>
                <a:ea typeface="Aptos"/>
                <a:cs typeface="Aptos"/>
              </a:defRPr>
            </a:pPr>
            <a:r>
              <a:rPr sz="1725" b="1">
                <a:solidFill>
                  <a:srgbClr val="17211D"/>
                </a:solidFill>
                <a:latin typeface="Aptos"/>
                <a:ea typeface="Aptos"/>
                <a:cs typeface="Aptos"/>
              </a:rPr>
              <a:t>Reason and confidence</a:t>
            </a:r>
          </a:p>
        </p:txBody>
      </p:sp>
      <p:sp>
        <p:nvSpPr>
          <p:cNvPr id="13" name="矩形 12">
            <a:extLst>
              <a:ext uri="{FF2B5EF4-FFF2-40B4-BE49-F238E27FC236}">
                <a16:creationId xmlns:a16="http://schemas.microsoft.com/office/drawing/2014/main" id="{A825F1DE-976F-4420-BA17-CFEB62FE49A2}"/>
              </a:ext>
            </a:extLst>
          </p:cNvPr>
          <p:cNvSpPr>
            <a:spLocks noGrp="1"/>
          </p:cNvSpPr>
          <p:nvPr/>
        </p:nvSpPr>
        <p:spPr>
          <a:xfrm>
            <a:off x="609600" y="4991100"/>
            <a:ext cx="1524000" cy="247650"/>
          </a:xfrm>
          <a:prstGeom prst="rect">
            <a:avLst/>
          </a:prstGeom>
          <a:noFill/>
          <a:ln w="0">
            <a:noFill/>
          </a:ln>
        </p:spPr>
        <p:txBody>
          <a:bodyPr anchor="t">
            <a:normAutofit fontScale="92917" lnSpcReduction="10000"/>
          </a:bodyPr>
          <a:lstStyle/>
          <a:p>
            <a:pPr>
              <a:defRPr sz="1200" b="1">
                <a:solidFill>
                  <a:srgbClr val="667B64"/>
                </a:solidFill>
                <a:latin typeface="Aptos"/>
                <a:ea typeface="Aptos"/>
                <a:cs typeface="Aptos"/>
              </a:defRPr>
            </a:pPr>
            <a:r>
              <a:rPr sz="1200" b="1">
                <a:solidFill>
                  <a:srgbClr val="667B64"/>
                </a:solidFill>
                <a:latin typeface="Aptos"/>
                <a:ea typeface="Aptos"/>
                <a:cs typeface="Aptos"/>
              </a:rPr>
              <a:t>Hindsight</a:t>
            </a:r>
          </a:p>
        </p:txBody>
      </p:sp>
      <p:sp>
        <p:nvSpPr>
          <p:cNvPr id="14" name="矩形 13">
            <a:extLst>
              <a:ext uri="{FF2B5EF4-FFF2-40B4-BE49-F238E27FC236}">
                <a16:creationId xmlns:a16="http://schemas.microsoft.com/office/drawing/2014/main" id="{173014A2-831E-4AF0-B24E-CD8C92597025}"/>
              </a:ext>
            </a:extLst>
          </p:cNvPr>
          <p:cNvSpPr>
            <a:spLocks noGrp="1"/>
          </p:cNvSpPr>
          <p:nvPr/>
        </p:nvSpPr>
        <p:spPr>
          <a:xfrm>
            <a:off x="609600" y="5276850"/>
            <a:ext cx="2857500" cy="247650"/>
          </a:xfrm>
          <a:prstGeom prst="rect">
            <a:avLst/>
          </a:prstGeom>
          <a:noFill/>
          <a:ln w="0">
            <a:noFill/>
          </a:ln>
        </p:spPr>
        <p:txBody>
          <a:bodyPr anchor="t">
            <a:normAutofit fontScale="92917" lnSpcReduction="10000"/>
          </a:bodyPr>
          <a:lstStyle/>
          <a:p>
            <a:pPr>
              <a:defRPr sz="1200" b="0">
                <a:solidFill>
                  <a:srgbClr val="17211D"/>
                </a:solidFill>
                <a:latin typeface="Aptos"/>
                <a:ea typeface="Aptos"/>
                <a:cs typeface="Aptos"/>
              </a:defRPr>
            </a:pPr>
            <a:r>
              <a:rPr sz="1200" b="0">
                <a:solidFill>
                  <a:srgbClr val="17211D"/>
                </a:solidFill>
                <a:latin typeface="Aptos"/>
                <a:ea typeface="Aptos"/>
                <a:cs typeface="Aptos"/>
              </a:rPr>
              <a:t>What was used or discarded</a:t>
            </a:r>
          </a:p>
        </p:txBody>
      </p:sp>
      <p:sp>
        <p:nvSpPr>
          <p:cNvPr id="15" name="矩形 14">
            <a:extLst>
              <a:ext uri="{FF2B5EF4-FFF2-40B4-BE49-F238E27FC236}">
                <a16:creationId xmlns:a16="http://schemas.microsoft.com/office/drawing/2014/main" id="{41F3005E-2B58-46BA-B8BD-DE9C2EF9DF72}"/>
              </a:ext>
            </a:extLst>
          </p:cNvPr>
          <p:cNvSpPr>
            <a:spLocks noGrp="1"/>
          </p:cNvSpPr>
          <p:nvPr/>
        </p:nvSpPr>
        <p:spPr>
          <a:xfrm>
            <a:off x="4286250" y="4991100"/>
            <a:ext cx="1524000" cy="247650"/>
          </a:xfrm>
          <a:prstGeom prst="rect">
            <a:avLst/>
          </a:prstGeom>
          <a:noFill/>
          <a:ln w="0">
            <a:noFill/>
          </a:ln>
        </p:spPr>
        <p:txBody>
          <a:bodyPr anchor="t">
            <a:normAutofit fontScale="92917" lnSpcReduction="10000"/>
          </a:bodyPr>
          <a:lstStyle/>
          <a:p>
            <a:pPr>
              <a:defRPr sz="1200" b="1">
                <a:solidFill>
                  <a:srgbClr val="667B64"/>
                </a:solidFill>
                <a:latin typeface="Aptos"/>
                <a:ea typeface="Aptos"/>
                <a:cs typeface="Aptos"/>
              </a:defRPr>
            </a:pPr>
            <a:r>
              <a:rPr sz="1200" b="1">
                <a:solidFill>
                  <a:srgbClr val="667B64"/>
                </a:solidFill>
                <a:latin typeface="Aptos"/>
                <a:ea typeface="Aptos"/>
                <a:cs typeface="Aptos"/>
              </a:rPr>
              <a:t>Insight</a:t>
            </a:r>
          </a:p>
        </p:txBody>
      </p:sp>
      <p:sp>
        <p:nvSpPr>
          <p:cNvPr id="16" name="矩形 15">
            <a:extLst>
              <a:ext uri="{FF2B5EF4-FFF2-40B4-BE49-F238E27FC236}">
                <a16:creationId xmlns:a16="http://schemas.microsoft.com/office/drawing/2014/main" id="{2C415536-FE9A-4EEB-BDA2-2D3547AEF1D0}"/>
              </a:ext>
            </a:extLst>
          </p:cNvPr>
          <p:cNvSpPr>
            <a:spLocks noGrp="1"/>
          </p:cNvSpPr>
          <p:nvPr/>
        </p:nvSpPr>
        <p:spPr>
          <a:xfrm>
            <a:off x="4286250" y="5276850"/>
            <a:ext cx="2857500" cy="247650"/>
          </a:xfrm>
          <a:prstGeom prst="rect">
            <a:avLst/>
          </a:prstGeom>
          <a:noFill/>
          <a:ln w="0">
            <a:noFill/>
          </a:ln>
        </p:spPr>
        <p:txBody>
          <a:bodyPr anchor="t">
            <a:normAutofit fontScale="92917" lnSpcReduction="10000"/>
          </a:bodyPr>
          <a:lstStyle/>
          <a:p>
            <a:pPr>
              <a:defRPr sz="1200" b="0">
                <a:solidFill>
                  <a:srgbClr val="17211D"/>
                </a:solidFill>
                <a:latin typeface="Aptos"/>
                <a:ea typeface="Aptos"/>
                <a:cs typeface="Aptos"/>
              </a:defRPr>
            </a:pPr>
            <a:r>
              <a:rPr sz="1200" b="0">
                <a:solidFill>
                  <a:srgbClr val="17211D"/>
                </a:solidFill>
                <a:latin typeface="Aptos"/>
                <a:ea typeface="Aptos"/>
                <a:cs typeface="Aptos"/>
              </a:rPr>
              <a:t>Which patterns explain waste</a:t>
            </a:r>
          </a:p>
        </p:txBody>
      </p:sp>
      <p:sp>
        <p:nvSpPr>
          <p:cNvPr id="17" name="矩形 16">
            <a:extLst>
              <a:ext uri="{FF2B5EF4-FFF2-40B4-BE49-F238E27FC236}">
                <a16:creationId xmlns:a16="http://schemas.microsoft.com/office/drawing/2014/main" id="{F80AFB2C-234B-4842-9A0D-4D400352B317}"/>
              </a:ext>
            </a:extLst>
          </p:cNvPr>
          <p:cNvSpPr>
            <a:spLocks noGrp="1"/>
          </p:cNvSpPr>
          <p:nvPr/>
        </p:nvSpPr>
        <p:spPr>
          <a:xfrm>
            <a:off x="7962900" y="4991100"/>
            <a:ext cx="1524000" cy="247650"/>
          </a:xfrm>
          <a:prstGeom prst="rect">
            <a:avLst/>
          </a:prstGeom>
          <a:noFill/>
          <a:ln w="0">
            <a:noFill/>
          </a:ln>
        </p:spPr>
        <p:txBody>
          <a:bodyPr anchor="t">
            <a:normAutofit fontScale="92917" lnSpcReduction="10000"/>
          </a:bodyPr>
          <a:lstStyle/>
          <a:p>
            <a:pPr>
              <a:defRPr sz="1200" b="1">
                <a:solidFill>
                  <a:srgbClr val="667B64"/>
                </a:solidFill>
                <a:latin typeface="Aptos"/>
                <a:ea typeface="Aptos"/>
                <a:cs typeface="Aptos"/>
              </a:defRPr>
            </a:pPr>
            <a:r>
              <a:rPr sz="1200" b="1">
                <a:solidFill>
                  <a:srgbClr val="667B64"/>
                </a:solidFill>
                <a:latin typeface="Aptos"/>
                <a:ea typeface="Aptos"/>
                <a:cs typeface="Aptos"/>
              </a:rPr>
              <a:t>Foresight</a:t>
            </a:r>
          </a:p>
        </p:txBody>
      </p:sp>
      <p:sp>
        <p:nvSpPr>
          <p:cNvPr id="18" name="矩形 17">
            <a:extLst>
              <a:ext uri="{FF2B5EF4-FFF2-40B4-BE49-F238E27FC236}">
                <a16:creationId xmlns:a16="http://schemas.microsoft.com/office/drawing/2014/main" id="{5AEB1604-050D-4F7D-8615-B1445A1FA48F}"/>
              </a:ext>
            </a:extLst>
          </p:cNvPr>
          <p:cNvSpPr>
            <a:spLocks noGrp="1"/>
          </p:cNvSpPr>
          <p:nvPr/>
        </p:nvSpPr>
        <p:spPr>
          <a:xfrm>
            <a:off x="7962900" y="5276850"/>
            <a:ext cx="2857500" cy="247650"/>
          </a:xfrm>
          <a:prstGeom prst="rect">
            <a:avLst/>
          </a:prstGeom>
          <a:noFill/>
          <a:ln w="0">
            <a:noFill/>
          </a:ln>
        </p:spPr>
        <p:txBody>
          <a:bodyPr anchor="t">
            <a:normAutofit fontScale="92917" lnSpcReduction="10000"/>
          </a:bodyPr>
          <a:lstStyle/>
          <a:p>
            <a:pPr>
              <a:defRPr sz="1200" b="0">
                <a:solidFill>
                  <a:srgbClr val="17211D"/>
                </a:solidFill>
                <a:latin typeface="Aptos"/>
                <a:ea typeface="Aptos"/>
                <a:cs typeface="Aptos"/>
              </a:defRPr>
            </a:pPr>
            <a:r>
              <a:rPr sz="1200" b="0">
                <a:solidFill>
                  <a:srgbClr val="17211D"/>
                </a:solidFill>
                <a:latin typeface="Aptos"/>
                <a:ea typeface="Aptos"/>
                <a:cs typeface="Aptos"/>
              </a:rPr>
              <a:t>What may need action next</a:t>
            </a:r>
          </a:p>
        </p:txBody>
      </p:sp>
      <p:sp>
        <p:nvSpPr>
          <p:cNvPr id="19" name="矩形 18">
            <a:extLst>
              <a:ext uri="{FF2B5EF4-FFF2-40B4-BE49-F238E27FC236}">
                <a16:creationId xmlns:a16="http://schemas.microsoft.com/office/drawing/2014/main" id="{1E3A105C-7B85-41B6-940E-C25E4855541C}"/>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
        <p:nvSpPr>
          <p:cNvPr id="20" name="矩形 19">
            <a:extLst>
              <a:ext uri="{FF2B5EF4-FFF2-40B4-BE49-F238E27FC236}">
                <a16:creationId xmlns:a16="http://schemas.microsoft.com/office/drawing/2014/main" id="{00C016A1-7058-41C6-803D-EA42F50E6D06}"/>
              </a:ext>
            </a:extLst>
          </p:cNvPr>
          <p:cNvSpPr>
            <a:spLocks noGrp="1"/>
          </p:cNvSpPr>
          <p:nvPr/>
        </p:nvSpPr>
        <p:spPr>
          <a:xfrm>
            <a:off x="609600" y="6553200"/>
            <a:ext cx="10287000" cy="190500"/>
          </a:xfrm>
          <a:prstGeom prst="rect">
            <a:avLst/>
          </a:prstGeom>
          <a:noFill/>
          <a:ln w="0">
            <a:noFill/>
          </a:ln>
        </p:spPr>
        <p:txBody>
          <a:bodyPr anchor="t">
            <a:noAutofit/>
          </a:bodyPr>
          <a:lstStyle/>
          <a:p>
            <a:r>
              <a:rPr lang="en-US" altLang="zh-CN" sz="1200" dirty="0"/>
              <a:t>Open Food Facts API documentation. https://openfoodfacts.github.io/openfoodfacts-server/api/</a:t>
            </a:r>
          </a:p>
        </p:txBody>
      </p:sp>
    </p:spTree>
    <p:extLst>
      <p:ext uri="{BB962C8B-B14F-4D97-AF65-F5344CB8AC3E}">
        <p14:creationId xmlns:p14="http://schemas.microsoft.com/office/powerpoint/2010/main" val="1338807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AEE6EED0-8F05-46B0-B652-36C29BA65359}"/>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METRIC FRAMEWORK</a:t>
            </a:r>
          </a:p>
        </p:txBody>
      </p:sp>
      <p:sp>
        <p:nvSpPr>
          <p:cNvPr id="2" name="矩形 1">
            <a:extLst>
              <a:ext uri="{FF2B5EF4-FFF2-40B4-BE49-F238E27FC236}">
                <a16:creationId xmlns:a16="http://schemas.microsoft.com/office/drawing/2014/main" id="{1FA7FEFE-0DFB-4154-8A47-3767D3C445E1}"/>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Reports separate recorded facts from estimates</a:t>
            </a:r>
          </a:p>
        </p:txBody>
      </p:sp>
      <p:sp>
        <p:nvSpPr>
          <p:cNvPr id="3" name="矩形 2">
            <a:extLst>
              <a:ext uri="{FF2B5EF4-FFF2-40B4-BE49-F238E27FC236}">
                <a16:creationId xmlns:a16="http://schemas.microsoft.com/office/drawing/2014/main" id="{8DF56296-A7DA-48EE-812E-959B4B87731C}"/>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10</a:t>
            </a:r>
          </a:p>
        </p:txBody>
      </p:sp>
      <p:sp>
        <p:nvSpPr>
          <p:cNvPr id="4" name="矩形: 圆角 3">
            <a:extLst>
              <a:ext uri="{FF2B5EF4-FFF2-40B4-BE49-F238E27FC236}">
                <a16:creationId xmlns:a16="http://schemas.microsoft.com/office/drawing/2014/main" id="{399122E8-2ED1-4434-8C68-305BA74AA08D}"/>
              </a:ext>
            </a:extLst>
          </p:cNvPr>
          <p:cNvSpPr>
            <a:spLocks noGrp="1"/>
          </p:cNvSpPr>
          <p:nvPr/>
        </p:nvSpPr>
        <p:spPr>
          <a:xfrm>
            <a:off x="609600" y="1390650"/>
            <a:ext cx="10972800" cy="742950"/>
          </a:xfrm>
          <a:prstGeom prst="roundRect">
            <a:avLst>
              <a:gd name="adj" fmla="val 10256"/>
            </a:avLst>
          </a:prstGeom>
          <a:solidFill>
            <a:srgbClr val="DDE6D8"/>
          </a:solidFill>
          <a:ln w="0">
            <a:noFill/>
          </a:ln>
        </p:spPr>
        <p:txBody>
          <a:bodyPr/>
          <a:lstStyle/>
          <a:p>
            <a:endParaRPr lang="zh-CN" altLang="en-US"/>
          </a:p>
        </p:txBody>
      </p:sp>
      <p:sp>
        <p:nvSpPr>
          <p:cNvPr id="5" name="矩形 4">
            <a:extLst>
              <a:ext uri="{FF2B5EF4-FFF2-40B4-BE49-F238E27FC236}">
                <a16:creationId xmlns:a16="http://schemas.microsoft.com/office/drawing/2014/main" id="{B5096659-D3D3-4E84-B8A3-93A3C98F0DEC}"/>
              </a:ext>
            </a:extLst>
          </p:cNvPr>
          <p:cNvSpPr>
            <a:spLocks noGrp="1"/>
          </p:cNvSpPr>
          <p:nvPr/>
        </p:nvSpPr>
        <p:spPr>
          <a:xfrm>
            <a:off x="800100" y="1600200"/>
            <a:ext cx="1190625" cy="266700"/>
          </a:xfrm>
          <a:prstGeom prst="rect">
            <a:avLst/>
          </a:prstGeom>
          <a:noFill/>
          <a:ln w="0">
            <a:noFill/>
          </a:ln>
        </p:spPr>
        <p:txBody>
          <a:bodyPr anchor="t">
            <a:normAutofit/>
          </a:bodyPr>
          <a:lstStyle/>
          <a:p>
            <a:pPr>
              <a:defRPr sz="975" b="1">
                <a:solidFill>
                  <a:srgbClr val="667B64"/>
                </a:solidFill>
                <a:latin typeface="Aptos"/>
                <a:ea typeface="Aptos"/>
                <a:cs typeface="Aptos"/>
              </a:defRPr>
            </a:pPr>
            <a:r>
              <a:rPr sz="975" b="1">
                <a:solidFill>
                  <a:srgbClr val="667B64"/>
                </a:solidFill>
                <a:latin typeface="Aptos"/>
                <a:ea typeface="Aptos"/>
                <a:cs typeface="Aptos"/>
              </a:rPr>
              <a:t>RECORDED</a:t>
            </a:r>
          </a:p>
        </p:txBody>
      </p:sp>
      <p:sp>
        <p:nvSpPr>
          <p:cNvPr id="6" name="矩形 5">
            <a:extLst>
              <a:ext uri="{FF2B5EF4-FFF2-40B4-BE49-F238E27FC236}">
                <a16:creationId xmlns:a16="http://schemas.microsoft.com/office/drawing/2014/main" id="{005EBD9B-C7C5-4921-95A3-B64373AE9E1D}"/>
              </a:ext>
            </a:extLst>
          </p:cNvPr>
          <p:cNvSpPr>
            <a:spLocks noGrp="1"/>
          </p:cNvSpPr>
          <p:nvPr/>
        </p:nvSpPr>
        <p:spPr>
          <a:xfrm>
            <a:off x="2209800" y="1552575"/>
            <a:ext cx="2667000" cy="342900"/>
          </a:xfrm>
          <a:prstGeom prst="rect">
            <a:avLst/>
          </a:prstGeom>
          <a:noFill/>
          <a:ln w="0">
            <a:noFill/>
          </a:ln>
        </p:spPr>
        <p:txBody>
          <a:bodyPr anchor="t">
            <a:normAutofit/>
          </a:bodyPr>
          <a:lstStyle/>
          <a:p>
            <a:pPr>
              <a:defRPr sz="1575" b="1">
                <a:solidFill>
                  <a:srgbClr val="17211D"/>
                </a:solidFill>
                <a:latin typeface="Aptos"/>
                <a:ea typeface="Aptos"/>
                <a:cs typeface="Aptos"/>
              </a:defRPr>
            </a:pPr>
            <a:r>
              <a:rPr sz="1575" b="1">
                <a:solidFill>
                  <a:srgbClr val="17211D"/>
                </a:solidFill>
                <a:latin typeface="Aptos"/>
                <a:ea typeface="Aptos"/>
                <a:cs typeface="Aptos"/>
              </a:rPr>
              <a:t>Used value</a:t>
            </a:r>
          </a:p>
        </p:txBody>
      </p:sp>
      <p:sp>
        <p:nvSpPr>
          <p:cNvPr id="7" name="矩形 6">
            <a:extLst>
              <a:ext uri="{FF2B5EF4-FFF2-40B4-BE49-F238E27FC236}">
                <a16:creationId xmlns:a16="http://schemas.microsoft.com/office/drawing/2014/main" id="{006E859C-66AF-4C31-85DD-674A8419744B}"/>
              </a:ext>
            </a:extLst>
          </p:cNvPr>
          <p:cNvSpPr>
            <a:spLocks noGrp="1"/>
          </p:cNvSpPr>
          <p:nvPr/>
        </p:nvSpPr>
        <p:spPr>
          <a:xfrm>
            <a:off x="5067300" y="1533525"/>
            <a:ext cx="6096000" cy="4191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Purchase value × used quantity ÷ initial quantity</a:t>
            </a:r>
          </a:p>
        </p:txBody>
      </p:sp>
      <p:sp>
        <p:nvSpPr>
          <p:cNvPr id="8" name="矩形: 圆角 7">
            <a:extLst>
              <a:ext uri="{FF2B5EF4-FFF2-40B4-BE49-F238E27FC236}">
                <a16:creationId xmlns:a16="http://schemas.microsoft.com/office/drawing/2014/main" id="{89DF4E74-A793-437E-99E6-76422BD69412}"/>
              </a:ext>
            </a:extLst>
          </p:cNvPr>
          <p:cNvSpPr>
            <a:spLocks noGrp="1"/>
          </p:cNvSpPr>
          <p:nvPr/>
        </p:nvSpPr>
        <p:spPr>
          <a:xfrm>
            <a:off x="609600" y="2343150"/>
            <a:ext cx="10972800" cy="742950"/>
          </a:xfrm>
          <a:prstGeom prst="roundRect">
            <a:avLst>
              <a:gd name="adj" fmla="val 10256"/>
            </a:avLst>
          </a:prstGeom>
          <a:solidFill>
            <a:srgbClr val="F4E1C8"/>
          </a:solidFill>
          <a:ln w="0">
            <a:noFill/>
          </a:ln>
        </p:spPr>
        <p:txBody>
          <a:bodyPr/>
          <a:lstStyle/>
          <a:p>
            <a:endParaRPr lang="zh-CN" altLang="en-US"/>
          </a:p>
        </p:txBody>
      </p:sp>
      <p:sp>
        <p:nvSpPr>
          <p:cNvPr id="9" name="矩形 8">
            <a:extLst>
              <a:ext uri="{FF2B5EF4-FFF2-40B4-BE49-F238E27FC236}">
                <a16:creationId xmlns:a16="http://schemas.microsoft.com/office/drawing/2014/main" id="{DD188CD5-6F71-49D4-9D0A-808E9E91C4A7}"/>
              </a:ext>
            </a:extLst>
          </p:cNvPr>
          <p:cNvSpPr>
            <a:spLocks noGrp="1"/>
          </p:cNvSpPr>
          <p:nvPr/>
        </p:nvSpPr>
        <p:spPr>
          <a:xfrm>
            <a:off x="800100" y="2552700"/>
            <a:ext cx="1190625" cy="266700"/>
          </a:xfrm>
          <a:prstGeom prst="rect">
            <a:avLst/>
          </a:prstGeom>
          <a:noFill/>
          <a:ln w="0">
            <a:noFill/>
          </a:ln>
        </p:spPr>
        <p:txBody>
          <a:bodyPr anchor="t">
            <a:normAutofit/>
          </a:bodyPr>
          <a:lstStyle/>
          <a:p>
            <a:pPr>
              <a:defRPr sz="975" b="1">
                <a:solidFill>
                  <a:srgbClr val="667B64"/>
                </a:solidFill>
                <a:latin typeface="Aptos"/>
                <a:ea typeface="Aptos"/>
                <a:cs typeface="Aptos"/>
              </a:defRPr>
            </a:pPr>
            <a:r>
              <a:rPr sz="975" b="1">
                <a:solidFill>
                  <a:srgbClr val="667B64"/>
                </a:solidFill>
                <a:latin typeface="Aptos"/>
                <a:ea typeface="Aptos"/>
                <a:cs typeface="Aptos"/>
              </a:rPr>
              <a:t>RECORDED</a:t>
            </a:r>
          </a:p>
        </p:txBody>
      </p:sp>
      <p:sp>
        <p:nvSpPr>
          <p:cNvPr id="10" name="矩形 9">
            <a:extLst>
              <a:ext uri="{FF2B5EF4-FFF2-40B4-BE49-F238E27FC236}">
                <a16:creationId xmlns:a16="http://schemas.microsoft.com/office/drawing/2014/main" id="{A0233F4B-6933-4E15-94CE-A263A02EBE40}"/>
              </a:ext>
            </a:extLst>
          </p:cNvPr>
          <p:cNvSpPr>
            <a:spLocks noGrp="1"/>
          </p:cNvSpPr>
          <p:nvPr/>
        </p:nvSpPr>
        <p:spPr>
          <a:xfrm>
            <a:off x="2209800" y="2505075"/>
            <a:ext cx="2667000" cy="342900"/>
          </a:xfrm>
          <a:prstGeom prst="rect">
            <a:avLst/>
          </a:prstGeom>
          <a:noFill/>
          <a:ln w="0">
            <a:noFill/>
          </a:ln>
        </p:spPr>
        <p:txBody>
          <a:bodyPr anchor="t">
            <a:normAutofit/>
          </a:bodyPr>
          <a:lstStyle/>
          <a:p>
            <a:pPr>
              <a:defRPr sz="1575" b="1">
                <a:solidFill>
                  <a:srgbClr val="17211D"/>
                </a:solidFill>
                <a:latin typeface="Aptos"/>
                <a:ea typeface="Aptos"/>
                <a:cs typeface="Aptos"/>
              </a:defRPr>
            </a:pPr>
            <a:r>
              <a:rPr sz="1575" b="1">
                <a:solidFill>
                  <a:srgbClr val="17211D"/>
                </a:solidFill>
                <a:latin typeface="Aptos"/>
                <a:ea typeface="Aptos"/>
                <a:cs typeface="Aptos"/>
              </a:rPr>
              <a:t>Discarded value</a:t>
            </a:r>
          </a:p>
        </p:txBody>
      </p:sp>
      <p:sp>
        <p:nvSpPr>
          <p:cNvPr id="11" name="矩形 10">
            <a:extLst>
              <a:ext uri="{FF2B5EF4-FFF2-40B4-BE49-F238E27FC236}">
                <a16:creationId xmlns:a16="http://schemas.microsoft.com/office/drawing/2014/main" id="{DBE4A410-187A-496E-BEEC-F616036951AD}"/>
              </a:ext>
            </a:extLst>
          </p:cNvPr>
          <p:cNvSpPr>
            <a:spLocks noGrp="1"/>
          </p:cNvSpPr>
          <p:nvPr/>
        </p:nvSpPr>
        <p:spPr>
          <a:xfrm>
            <a:off x="5067300" y="2486025"/>
            <a:ext cx="6096000" cy="4191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Purchase value × discarded quantity ÷ initial quantity</a:t>
            </a:r>
          </a:p>
        </p:txBody>
      </p:sp>
      <p:sp>
        <p:nvSpPr>
          <p:cNvPr id="12" name="矩形: 圆角 11">
            <a:extLst>
              <a:ext uri="{FF2B5EF4-FFF2-40B4-BE49-F238E27FC236}">
                <a16:creationId xmlns:a16="http://schemas.microsoft.com/office/drawing/2014/main" id="{336DB9FB-9806-4FCA-A74B-F885B45132A9}"/>
              </a:ext>
            </a:extLst>
          </p:cNvPr>
          <p:cNvSpPr>
            <a:spLocks noGrp="1"/>
          </p:cNvSpPr>
          <p:nvPr/>
        </p:nvSpPr>
        <p:spPr>
          <a:xfrm>
            <a:off x="609600" y="3295650"/>
            <a:ext cx="10972800" cy="742950"/>
          </a:xfrm>
          <a:prstGeom prst="roundRect">
            <a:avLst>
              <a:gd name="adj" fmla="val 10256"/>
            </a:avLst>
          </a:prstGeom>
          <a:solidFill>
            <a:srgbClr val="F4F0E7"/>
          </a:solidFill>
          <a:ln w="0">
            <a:noFill/>
          </a:ln>
        </p:spPr>
        <p:txBody>
          <a:bodyPr/>
          <a:lstStyle/>
          <a:p>
            <a:endParaRPr lang="zh-CN" altLang="en-US"/>
          </a:p>
        </p:txBody>
      </p:sp>
      <p:sp>
        <p:nvSpPr>
          <p:cNvPr id="13" name="矩形 12">
            <a:extLst>
              <a:ext uri="{FF2B5EF4-FFF2-40B4-BE49-F238E27FC236}">
                <a16:creationId xmlns:a16="http://schemas.microsoft.com/office/drawing/2014/main" id="{6983749E-9A85-40A9-8E1B-776787FE1D39}"/>
              </a:ext>
            </a:extLst>
          </p:cNvPr>
          <p:cNvSpPr>
            <a:spLocks noGrp="1"/>
          </p:cNvSpPr>
          <p:nvPr/>
        </p:nvSpPr>
        <p:spPr>
          <a:xfrm>
            <a:off x="800100" y="3505200"/>
            <a:ext cx="1190625" cy="266700"/>
          </a:xfrm>
          <a:prstGeom prst="rect">
            <a:avLst/>
          </a:prstGeom>
          <a:noFill/>
          <a:ln w="0">
            <a:noFill/>
          </a:ln>
        </p:spPr>
        <p:txBody>
          <a:bodyPr anchor="t">
            <a:normAutofit/>
          </a:bodyPr>
          <a:lstStyle/>
          <a:p>
            <a:pPr>
              <a:defRPr sz="975" b="1">
                <a:solidFill>
                  <a:srgbClr val="667B64"/>
                </a:solidFill>
                <a:latin typeface="Aptos"/>
                <a:ea typeface="Aptos"/>
                <a:cs typeface="Aptos"/>
              </a:defRPr>
            </a:pPr>
            <a:r>
              <a:rPr sz="975" b="1">
                <a:solidFill>
                  <a:srgbClr val="667B64"/>
                </a:solidFill>
                <a:latin typeface="Aptos"/>
                <a:ea typeface="Aptos"/>
                <a:cs typeface="Aptos"/>
              </a:rPr>
              <a:t>DERIVED</a:t>
            </a:r>
          </a:p>
        </p:txBody>
      </p:sp>
      <p:sp>
        <p:nvSpPr>
          <p:cNvPr id="14" name="矩形 13">
            <a:extLst>
              <a:ext uri="{FF2B5EF4-FFF2-40B4-BE49-F238E27FC236}">
                <a16:creationId xmlns:a16="http://schemas.microsoft.com/office/drawing/2014/main" id="{A1986220-8ADE-4501-AB96-BEC2C007EDEA}"/>
              </a:ext>
            </a:extLst>
          </p:cNvPr>
          <p:cNvSpPr>
            <a:spLocks noGrp="1"/>
          </p:cNvSpPr>
          <p:nvPr/>
        </p:nvSpPr>
        <p:spPr>
          <a:xfrm>
            <a:off x="2209800" y="3457575"/>
            <a:ext cx="2667000" cy="342900"/>
          </a:xfrm>
          <a:prstGeom prst="rect">
            <a:avLst/>
          </a:prstGeom>
          <a:noFill/>
          <a:ln w="0">
            <a:noFill/>
          </a:ln>
        </p:spPr>
        <p:txBody>
          <a:bodyPr anchor="t">
            <a:normAutofit/>
          </a:bodyPr>
          <a:lstStyle/>
          <a:p>
            <a:pPr>
              <a:defRPr sz="1575" b="1">
                <a:solidFill>
                  <a:srgbClr val="17211D"/>
                </a:solidFill>
                <a:latin typeface="Aptos"/>
                <a:ea typeface="Aptos"/>
                <a:cs typeface="Aptos"/>
              </a:defRPr>
            </a:pPr>
            <a:r>
              <a:rPr sz="1575" b="1">
                <a:solidFill>
                  <a:srgbClr val="17211D"/>
                </a:solidFill>
                <a:latin typeface="Aptos"/>
                <a:ea typeface="Aptos"/>
                <a:cs typeface="Aptos"/>
              </a:rPr>
              <a:t>Value utilisation</a:t>
            </a:r>
          </a:p>
        </p:txBody>
      </p:sp>
      <p:sp>
        <p:nvSpPr>
          <p:cNvPr id="15" name="矩形 14">
            <a:extLst>
              <a:ext uri="{FF2B5EF4-FFF2-40B4-BE49-F238E27FC236}">
                <a16:creationId xmlns:a16="http://schemas.microsoft.com/office/drawing/2014/main" id="{2194CCDF-0F75-45F3-9919-6EABB8DAD797}"/>
              </a:ext>
            </a:extLst>
          </p:cNvPr>
          <p:cNvSpPr>
            <a:spLocks noGrp="1"/>
          </p:cNvSpPr>
          <p:nvPr/>
        </p:nvSpPr>
        <p:spPr>
          <a:xfrm>
            <a:off x="5067300" y="3438525"/>
            <a:ext cx="6096000" cy="4191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Used value ÷ (used value + discarded value)</a:t>
            </a:r>
          </a:p>
        </p:txBody>
      </p:sp>
      <p:sp>
        <p:nvSpPr>
          <p:cNvPr id="16" name="矩形: 圆角 15">
            <a:extLst>
              <a:ext uri="{FF2B5EF4-FFF2-40B4-BE49-F238E27FC236}">
                <a16:creationId xmlns:a16="http://schemas.microsoft.com/office/drawing/2014/main" id="{CB94287D-3466-410B-94A3-9753A886AC88}"/>
              </a:ext>
            </a:extLst>
          </p:cNvPr>
          <p:cNvSpPr>
            <a:spLocks noGrp="1"/>
          </p:cNvSpPr>
          <p:nvPr/>
        </p:nvSpPr>
        <p:spPr>
          <a:xfrm>
            <a:off x="609600" y="4248150"/>
            <a:ext cx="10972800" cy="742950"/>
          </a:xfrm>
          <a:prstGeom prst="roundRect">
            <a:avLst>
              <a:gd name="adj" fmla="val 10256"/>
            </a:avLst>
          </a:prstGeom>
          <a:solidFill>
            <a:srgbClr val="E7E2EA"/>
          </a:solidFill>
          <a:ln w="0">
            <a:noFill/>
          </a:ln>
        </p:spPr>
        <p:txBody>
          <a:bodyPr/>
          <a:lstStyle/>
          <a:p>
            <a:endParaRPr lang="zh-CN" altLang="en-US"/>
          </a:p>
        </p:txBody>
      </p:sp>
      <p:sp>
        <p:nvSpPr>
          <p:cNvPr id="17" name="矩形 16">
            <a:extLst>
              <a:ext uri="{FF2B5EF4-FFF2-40B4-BE49-F238E27FC236}">
                <a16:creationId xmlns:a16="http://schemas.microsoft.com/office/drawing/2014/main" id="{7347FE04-E77B-47C9-8114-685E6625FB81}"/>
              </a:ext>
            </a:extLst>
          </p:cNvPr>
          <p:cNvSpPr>
            <a:spLocks noGrp="1"/>
          </p:cNvSpPr>
          <p:nvPr/>
        </p:nvSpPr>
        <p:spPr>
          <a:xfrm>
            <a:off x="800100" y="4457700"/>
            <a:ext cx="1190625" cy="266700"/>
          </a:xfrm>
          <a:prstGeom prst="rect">
            <a:avLst/>
          </a:prstGeom>
          <a:noFill/>
          <a:ln w="0">
            <a:noFill/>
          </a:ln>
        </p:spPr>
        <p:txBody>
          <a:bodyPr anchor="t">
            <a:normAutofit/>
          </a:bodyPr>
          <a:lstStyle/>
          <a:p>
            <a:pPr>
              <a:defRPr sz="975" b="1">
                <a:solidFill>
                  <a:srgbClr val="667B64"/>
                </a:solidFill>
                <a:latin typeface="Aptos"/>
                <a:ea typeface="Aptos"/>
                <a:cs typeface="Aptos"/>
              </a:defRPr>
            </a:pPr>
            <a:r>
              <a:rPr sz="975" b="1">
                <a:solidFill>
                  <a:srgbClr val="667B64"/>
                </a:solidFill>
                <a:latin typeface="Aptos"/>
                <a:ea typeface="Aptos"/>
                <a:cs typeface="Aptos"/>
              </a:rPr>
              <a:t>ESTIMATE</a:t>
            </a:r>
          </a:p>
        </p:txBody>
      </p:sp>
      <p:sp>
        <p:nvSpPr>
          <p:cNvPr id="18" name="矩形 17">
            <a:extLst>
              <a:ext uri="{FF2B5EF4-FFF2-40B4-BE49-F238E27FC236}">
                <a16:creationId xmlns:a16="http://schemas.microsoft.com/office/drawing/2014/main" id="{AAFB34B2-980B-4C6E-9AE6-ECEA34737362}"/>
              </a:ext>
            </a:extLst>
          </p:cNvPr>
          <p:cNvSpPr>
            <a:spLocks noGrp="1"/>
          </p:cNvSpPr>
          <p:nvPr/>
        </p:nvSpPr>
        <p:spPr>
          <a:xfrm>
            <a:off x="2209800" y="4410075"/>
            <a:ext cx="2667000" cy="342900"/>
          </a:xfrm>
          <a:prstGeom prst="rect">
            <a:avLst/>
          </a:prstGeom>
          <a:noFill/>
          <a:ln w="0">
            <a:noFill/>
          </a:ln>
        </p:spPr>
        <p:txBody>
          <a:bodyPr anchor="t">
            <a:normAutofit/>
          </a:bodyPr>
          <a:lstStyle/>
          <a:p>
            <a:pPr>
              <a:defRPr sz="1575" b="1">
                <a:solidFill>
                  <a:srgbClr val="17211D"/>
                </a:solidFill>
                <a:latin typeface="Aptos"/>
                <a:ea typeface="Aptos"/>
                <a:cs typeface="Aptos"/>
              </a:defRPr>
            </a:pPr>
            <a:r>
              <a:rPr sz="1575" b="1">
                <a:solidFill>
                  <a:srgbClr val="17211D"/>
                </a:solidFill>
                <a:latin typeface="Aptos"/>
                <a:ea typeface="Aptos"/>
                <a:cs typeface="Aptos"/>
              </a:rPr>
              <a:t>Avoided purchase value</a:t>
            </a:r>
          </a:p>
        </p:txBody>
      </p:sp>
      <p:sp>
        <p:nvSpPr>
          <p:cNvPr id="19" name="矩形 18">
            <a:extLst>
              <a:ext uri="{FF2B5EF4-FFF2-40B4-BE49-F238E27FC236}">
                <a16:creationId xmlns:a16="http://schemas.microsoft.com/office/drawing/2014/main" id="{1C004796-E4E0-4AEE-BF08-F3D0DA839897}"/>
              </a:ext>
            </a:extLst>
          </p:cNvPr>
          <p:cNvSpPr>
            <a:spLocks noGrp="1"/>
          </p:cNvSpPr>
          <p:nvPr/>
        </p:nvSpPr>
        <p:spPr>
          <a:xfrm>
            <a:off x="5067300" y="4391025"/>
            <a:ext cx="6096000" cy="419100"/>
          </a:xfrm>
          <a:prstGeom prst="rect">
            <a:avLst/>
          </a:prstGeom>
          <a:noFill/>
          <a:ln w="0">
            <a:noFill/>
          </a:ln>
        </p:spPr>
        <p:txBody>
          <a:bodyPr anchor="t">
            <a:normAutofit/>
          </a:bodyPr>
          <a:lstStyle/>
          <a:p>
            <a:pPr>
              <a:defRPr sz="1350" b="0">
                <a:solidFill>
                  <a:srgbClr val="66706B"/>
                </a:solidFill>
                <a:latin typeface="Aptos"/>
                <a:ea typeface="Aptos"/>
                <a:cs typeface="Aptos"/>
              </a:defRPr>
            </a:pPr>
            <a:r>
              <a:rPr sz="1350" b="0">
                <a:solidFill>
                  <a:srgbClr val="66706B"/>
                </a:solidFill>
                <a:latin typeface="Aptos"/>
                <a:ea typeface="Aptos"/>
                <a:cs typeface="Aptos"/>
              </a:rPr>
              <a:t>Only when a user rejects a duplicate with a known reference price</a:t>
            </a:r>
          </a:p>
        </p:txBody>
      </p:sp>
      <p:sp>
        <p:nvSpPr>
          <p:cNvPr id="20" name="矩形: 圆角 19">
            <a:extLst>
              <a:ext uri="{FF2B5EF4-FFF2-40B4-BE49-F238E27FC236}">
                <a16:creationId xmlns:a16="http://schemas.microsoft.com/office/drawing/2014/main" id="{A65F7D6F-425C-4896-B893-08078DF9AE8B}"/>
              </a:ext>
            </a:extLst>
          </p:cNvPr>
          <p:cNvSpPr>
            <a:spLocks noGrp="1"/>
          </p:cNvSpPr>
          <p:nvPr/>
        </p:nvSpPr>
        <p:spPr>
          <a:xfrm>
            <a:off x="609600" y="5429250"/>
            <a:ext cx="10972800" cy="609600"/>
          </a:xfrm>
          <a:prstGeom prst="roundRect">
            <a:avLst>
              <a:gd name="adj" fmla="val 12500"/>
            </a:avLst>
          </a:prstGeom>
          <a:solidFill>
            <a:srgbClr val="667B64"/>
          </a:solidFill>
          <a:ln w="0">
            <a:noFill/>
          </a:ln>
        </p:spPr>
        <p:txBody>
          <a:bodyPr/>
          <a:lstStyle/>
          <a:p>
            <a:endParaRPr lang="zh-CN" altLang="en-US"/>
          </a:p>
        </p:txBody>
      </p:sp>
      <p:sp>
        <p:nvSpPr>
          <p:cNvPr id="21" name="矩形 20">
            <a:extLst>
              <a:ext uri="{FF2B5EF4-FFF2-40B4-BE49-F238E27FC236}">
                <a16:creationId xmlns:a16="http://schemas.microsoft.com/office/drawing/2014/main" id="{D09FBFD3-6E32-4AD9-B441-9FC1848CA180}"/>
              </a:ext>
            </a:extLst>
          </p:cNvPr>
          <p:cNvSpPr>
            <a:spLocks noGrp="1"/>
          </p:cNvSpPr>
          <p:nvPr/>
        </p:nvSpPr>
        <p:spPr>
          <a:xfrm>
            <a:off x="819150" y="5629275"/>
            <a:ext cx="666750" cy="228600"/>
          </a:xfrm>
          <a:prstGeom prst="rect">
            <a:avLst/>
          </a:prstGeom>
          <a:noFill/>
          <a:ln w="0">
            <a:noFill/>
          </a:ln>
        </p:spPr>
        <p:txBody>
          <a:bodyPr anchor="t">
            <a:normAutofit fontScale="87500" lnSpcReduction="20000"/>
          </a:bodyPr>
          <a:lstStyle/>
          <a:p>
            <a:pPr>
              <a:defRPr sz="1125" b="1">
                <a:solidFill>
                  <a:srgbClr val="FFFFFF"/>
                </a:solidFill>
                <a:latin typeface="Aptos"/>
                <a:ea typeface="Aptos"/>
                <a:cs typeface="Aptos"/>
              </a:defRPr>
            </a:pPr>
            <a:r>
              <a:rPr sz="1125" b="1">
                <a:solidFill>
                  <a:srgbClr val="FFFFFF"/>
                </a:solidFill>
                <a:latin typeface="Aptos"/>
                <a:ea typeface="Aptos"/>
                <a:cs typeface="Aptos"/>
              </a:rPr>
              <a:t>Rule</a:t>
            </a:r>
          </a:p>
        </p:txBody>
      </p:sp>
      <p:sp>
        <p:nvSpPr>
          <p:cNvPr id="22" name="矩形 21">
            <a:extLst>
              <a:ext uri="{FF2B5EF4-FFF2-40B4-BE49-F238E27FC236}">
                <a16:creationId xmlns:a16="http://schemas.microsoft.com/office/drawing/2014/main" id="{E2E5993F-BAEC-4CFF-913A-E6845289C4ED}"/>
              </a:ext>
            </a:extLst>
          </p:cNvPr>
          <p:cNvSpPr>
            <a:spLocks noGrp="1"/>
          </p:cNvSpPr>
          <p:nvPr/>
        </p:nvSpPr>
        <p:spPr>
          <a:xfrm>
            <a:off x="1638300" y="5581650"/>
            <a:ext cx="9525000" cy="323850"/>
          </a:xfrm>
          <a:prstGeom prst="rect">
            <a:avLst/>
          </a:prstGeom>
          <a:noFill/>
          <a:ln w="0">
            <a:noFill/>
          </a:ln>
        </p:spPr>
        <p:txBody>
          <a:bodyPr anchor="t">
            <a:normAutofit fontScale="92500"/>
          </a:bodyPr>
          <a:lstStyle/>
          <a:p>
            <a:pPr>
              <a:defRPr sz="1350" b="0">
                <a:solidFill>
                  <a:srgbClr val="FFFFFF"/>
                </a:solidFill>
                <a:latin typeface="Aptos"/>
                <a:ea typeface="Aptos"/>
                <a:cs typeface="Aptos"/>
              </a:defRPr>
            </a:pPr>
            <a:r>
              <a:rPr sz="1350" b="0">
                <a:solidFill>
                  <a:srgbClr val="FFFFFF"/>
                </a:solidFill>
                <a:latin typeface="Aptos"/>
                <a:ea typeface="Aptos"/>
                <a:cs typeface="Aptos"/>
              </a:rPr>
              <a:t>No kilograms, emissions or verified savings claim enters the report without an approved category factor and documented method.</a:t>
            </a:r>
          </a:p>
        </p:txBody>
      </p:sp>
      <p:sp>
        <p:nvSpPr>
          <p:cNvPr id="23" name="矩形 22">
            <a:extLst>
              <a:ext uri="{FF2B5EF4-FFF2-40B4-BE49-F238E27FC236}">
                <a16:creationId xmlns:a16="http://schemas.microsoft.com/office/drawing/2014/main" id="{8064BB3F-C2AF-4D2C-AB8A-B582D30C6E17}"/>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Tree>
    <p:extLst>
      <p:ext uri="{BB962C8B-B14F-4D97-AF65-F5344CB8AC3E}">
        <p14:creationId xmlns:p14="http://schemas.microsoft.com/office/powerpoint/2010/main" val="78619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3D61516A-8EF9-4090-82D5-D4A07C2D0DA8}"/>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VISUAL ACHIEVEMENT CONCEPT</a:t>
            </a:r>
          </a:p>
        </p:txBody>
      </p:sp>
      <p:sp>
        <p:nvSpPr>
          <p:cNvPr id="2" name="矩形 1">
            <a:extLst>
              <a:ext uri="{FF2B5EF4-FFF2-40B4-BE49-F238E27FC236}">
                <a16:creationId xmlns:a16="http://schemas.microsoft.com/office/drawing/2014/main" id="{913315B7-4894-4B21-85B7-E82E638092AC}"/>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Achievements make progress visible without pressure</a:t>
            </a:r>
          </a:p>
        </p:txBody>
      </p:sp>
      <p:sp>
        <p:nvSpPr>
          <p:cNvPr id="3" name="矩形 2">
            <a:extLst>
              <a:ext uri="{FF2B5EF4-FFF2-40B4-BE49-F238E27FC236}">
                <a16:creationId xmlns:a16="http://schemas.microsoft.com/office/drawing/2014/main" id="{7278E8EE-4CD2-47CF-92BD-62C3BDB52908}"/>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11</a:t>
            </a:r>
          </a:p>
        </p:txBody>
      </p:sp>
      <p:sp>
        <p:nvSpPr>
          <p:cNvPr id="4" name="矩形: 圆角 3">
            <a:extLst>
              <a:ext uri="{FF2B5EF4-FFF2-40B4-BE49-F238E27FC236}">
                <a16:creationId xmlns:a16="http://schemas.microsoft.com/office/drawing/2014/main" id="{0A9F0FAA-49C9-4E3F-81B6-FB936F23A12B}"/>
              </a:ext>
            </a:extLst>
          </p:cNvPr>
          <p:cNvSpPr>
            <a:spLocks noGrp="1"/>
          </p:cNvSpPr>
          <p:nvPr/>
        </p:nvSpPr>
        <p:spPr>
          <a:xfrm>
            <a:off x="609600" y="1600200"/>
            <a:ext cx="2381250" cy="3333750"/>
          </a:xfrm>
          <a:prstGeom prst="roundRect">
            <a:avLst>
              <a:gd name="adj" fmla="val 3200"/>
            </a:avLst>
          </a:prstGeom>
          <a:solidFill>
            <a:srgbClr val="F4F0E7"/>
          </a:solidFill>
          <a:ln w="0">
            <a:noFill/>
          </a:ln>
        </p:spPr>
        <p:txBody>
          <a:bodyPr/>
          <a:lstStyle/>
          <a:p>
            <a:endParaRPr lang="zh-CN" altLang="en-US"/>
          </a:p>
        </p:txBody>
      </p:sp>
      <p:sp>
        <p:nvSpPr>
          <p:cNvPr id="5" name="矩形: 圆角 4">
            <a:extLst>
              <a:ext uri="{FF2B5EF4-FFF2-40B4-BE49-F238E27FC236}">
                <a16:creationId xmlns:a16="http://schemas.microsoft.com/office/drawing/2014/main" id="{01CA7CF6-B609-4582-8C82-F1C2B6659B82}"/>
              </a:ext>
            </a:extLst>
          </p:cNvPr>
          <p:cNvSpPr>
            <a:spLocks noGrp="1"/>
          </p:cNvSpPr>
          <p:nvPr/>
        </p:nvSpPr>
        <p:spPr>
          <a:xfrm>
            <a:off x="1333500" y="1943100"/>
            <a:ext cx="933450" cy="933450"/>
          </a:xfrm>
          <a:prstGeom prst="roundRect">
            <a:avLst>
              <a:gd name="adj" fmla="val 8163"/>
            </a:avLst>
          </a:prstGeom>
          <a:solidFill>
            <a:srgbClr val="667B64"/>
          </a:solidFill>
          <a:ln w="0">
            <a:noFill/>
          </a:ln>
        </p:spPr>
        <p:txBody>
          <a:bodyPr/>
          <a:lstStyle/>
          <a:p>
            <a:endParaRPr lang="zh-CN" altLang="en-US"/>
          </a:p>
        </p:txBody>
      </p:sp>
      <p:sp>
        <p:nvSpPr>
          <p:cNvPr id="6" name="矩形 5">
            <a:extLst>
              <a:ext uri="{FF2B5EF4-FFF2-40B4-BE49-F238E27FC236}">
                <a16:creationId xmlns:a16="http://schemas.microsoft.com/office/drawing/2014/main" id="{5C9F587C-8546-44C7-BE03-4FA304F17261}"/>
              </a:ext>
            </a:extLst>
          </p:cNvPr>
          <p:cNvSpPr>
            <a:spLocks noGrp="1"/>
          </p:cNvSpPr>
          <p:nvPr/>
        </p:nvSpPr>
        <p:spPr>
          <a:xfrm>
            <a:off x="1524000" y="2152650"/>
            <a:ext cx="552450" cy="400050"/>
          </a:xfrm>
          <a:prstGeom prst="rect">
            <a:avLst/>
          </a:prstGeom>
          <a:noFill/>
          <a:ln w="0">
            <a:noFill/>
          </a:ln>
        </p:spPr>
        <p:txBody>
          <a:bodyPr anchor="t">
            <a:normAutofit fontScale="96428"/>
          </a:bodyPr>
          <a:lstStyle/>
          <a:p>
            <a:pPr>
              <a:defRPr sz="2100" b="1">
                <a:solidFill>
                  <a:srgbClr val="FFFFFF"/>
                </a:solidFill>
                <a:latin typeface="Aptos"/>
                <a:ea typeface="Aptos"/>
                <a:cs typeface="Aptos"/>
              </a:defRPr>
            </a:pPr>
            <a:r>
              <a:rPr sz="2100" b="1">
                <a:solidFill>
                  <a:srgbClr val="FFFFFF"/>
                </a:solidFill>
                <a:latin typeface="Aptos"/>
                <a:ea typeface="Aptos"/>
                <a:cs typeface="Aptos"/>
              </a:rPr>
              <a:t>01</a:t>
            </a:r>
          </a:p>
        </p:txBody>
      </p:sp>
      <p:sp>
        <p:nvSpPr>
          <p:cNvPr id="7" name="矩形 6">
            <a:extLst>
              <a:ext uri="{FF2B5EF4-FFF2-40B4-BE49-F238E27FC236}">
                <a16:creationId xmlns:a16="http://schemas.microsoft.com/office/drawing/2014/main" id="{146FBA54-C20C-4C0B-8AF0-85062964E965}"/>
              </a:ext>
            </a:extLst>
          </p:cNvPr>
          <p:cNvSpPr>
            <a:spLocks noGrp="1"/>
          </p:cNvSpPr>
          <p:nvPr/>
        </p:nvSpPr>
        <p:spPr>
          <a:xfrm>
            <a:off x="819150" y="3181350"/>
            <a:ext cx="1962150" cy="304800"/>
          </a:xfrm>
          <a:prstGeom prst="rect">
            <a:avLst/>
          </a:prstGeom>
          <a:noFill/>
          <a:ln w="0">
            <a:noFill/>
          </a:ln>
        </p:spPr>
        <p:txBody>
          <a:bodyPr anchor="t">
            <a:normAutofit/>
          </a:bodyPr>
          <a:lstStyle/>
          <a:p>
            <a:pPr>
              <a:defRPr sz="1275" b="1">
                <a:solidFill>
                  <a:srgbClr val="667B64"/>
                </a:solidFill>
                <a:latin typeface="Aptos"/>
                <a:ea typeface="Aptos"/>
                <a:cs typeface="Aptos"/>
              </a:defRPr>
            </a:pPr>
            <a:r>
              <a:rPr sz="1275" b="1">
                <a:solidFill>
                  <a:srgbClr val="667B64"/>
                </a:solidFill>
                <a:latin typeface="Aptos"/>
                <a:ea typeface="Aptos"/>
                <a:cs typeface="Aptos"/>
              </a:rPr>
              <a:t>FIRST USE</a:t>
            </a:r>
          </a:p>
        </p:txBody>
      </p:sp>
      <p:sp>
        <p:nvSpPr>
          <p:cNvPr id="8" name="矩形 7">
            <a:extLst>
              <a:ext uri="{FF2B5EF4-FFF2-40B4-BE49-F238E27FC236}">
                <a16:creationId xmlns:a16="http://schemas.microsoft.com/office/drawing/2014/main" id="{45BE45DA-40DB-41B7-9C78-A0AC739CCEE8}"/>
              </a:ext>
            </a:extLst>
          </p:cNvPr>
          <p:cNvSpPr>
            <a:spLocks noGrp="1"/>
          </p:cNvSpPr>
          <p:nvPr/>
        </p:nvSpPr>
        <p:spPr>
          <a:xfrm>
            <a:off x="819150" y="3638550"/>
            <a:ext cx="1943100" cy="74295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Used the first recorded item</a:t>
            </a:r>
          </a:p>
        </p:txBody>
      </p:sp>
      <p:sp>
        <p:nvSpPr>
          <p:cNvPr id="9" name="矩形: 圆角 8">
            <a:extLst>
              <a:ext uri="{FF2B5EF4-FFF2-40B4-BE49-F238E27FC236}">
                <a16:creationId xmlns:a16="http://schemas.microsoft.com/office/drawing/2014/main" id="{62234A86-29DB-4791-9ED9-09310A1196F2}"/>
              </a:ext>
            </a:extLst>
          </p:cNvPr>
          <p:cNvSpPr>
            <a:spLocks noGrp="1"/>
          </p:cNvSpPr>
          <p:nvPr/>
        </p:nvSpPr>
        <p:spPr>
          <a:xfrm>
            <a:off x="3333750" y="1600200"/>
            <a:ext cx="2381250" cy="3333750"/>
          </a:xfrm>
          <a:prstGeom prst="roundRect">
            <a:avLst>
              <a:gd name="adj" fmla="val 3200"/>
            </a:avLst>
          </a:prstGeom>
          <a:solidFill>
            <a:srgbClr val="F4F0E7"/>
          </a:solidFill>
          <a:ln w="0">
            <a:noFill/>
          </a:ln>
        </p:spPr>
        <p:txBody>
          <a:bodyPr/>
          <a:lstStyle/>
          <a:p>
            <a:endParaRPr lang="zh-CN" altLang="en-US"/>
          </a:p>
        </p:txBody>
      </p:sp>
      <p:sp>
        <p:nvSpPr>
          <p:cNvPr id="10" name="矩形: 圆角 9">
            <a:extLst>
              <a:ext uri="{FF2B5EF4-FFF2-40B4-BE49-F238E27FC236}">
                <a16:creationId xmlns:a16="http://schemas.microsoft.com/office/drawing/2014/main" id="{5086ECF1-688C-493B-AD31-D98533F3E17E}"/>
              </a:ext>
            </a:extLst>
          </p:cNvPr>
          <p:cNvSpPr>
            <a:spLocks noGrp="1"/>
          </p:cNvSpPr>
          <p:nvPr/>
        </p:nvSpPr>
        <p:spPr>
          <a:xfrm>
            <a:off x="4057650" y="1943100"/>
            <a:ext cx="933450" cy="933450"/>
          </a:xfrm>
          <a:prstGeom prst="roundRect">
            <a:avLst>
              <a:gd name="adj" fmla="val 8163"/>
            </a:avLst>
          </a:prstGeom>
          <a:solidFill>
            <a:srgbClr val="D99145"/>
          </a:solidFill>
          <a:ln w="0">
            <a:noFill/>
          </a:ln>
        </p:spPr>
        <p:txBody>
          <a:bodyPr/>
          <a:lstStyle/>
          <a:p>
            <a:endParaRPr lang="zh-CN" altLang="en-US"/>
          </a:p>
        </p:txBody>
      </p:sp>
      <p:sp>
        <p:nvSpPr>
          <p:cNvPr id="11" name="矩形 10">
            <a:extLst>
              <a:ext uri="{FF2B5EF4-FFF2-40B4-BE49-F238E27FC236}">
                <a16:creationId xmlns:a16="http://schemas.microsoft.com/office/drawing/2014/main" id="{157332E8-9EC3-49B7-8BA6-82B705D84A5E}"/>
              </a:ext>
            </a:extLst>
          </p:cNvPr>
          <p:cNvSpPr>
            <a:spLocks noGrp="1"/>
          </p:cNvSpPr>
          <p:nvPr/>
        </p:nvSpPr>
        <p:spPr>
          <a:xfrm>
            <a:off x="4248150" y="2152650"/>
            <a:ext cx="552450" cy="400050"/>
          </a:xfrm>
          <a:prstGeom prst="rect">
            <a:avLst/>
          </a:prstGeom>
          <a:noFill/>
          <a:ln w="0">
            <a:noFill/>
          </a:ln>
        </p:spPr>
        <p:txBody>
          <a:bodyPr anchor="t">
            <a:normAutofit fontScale="96428"/>
          </a:bodyPr>
          <a:lstStyle/>
          <a:p>
            <a:pPr>
              <a:defRPr sz="2100" b="1">
                <a:solidFill>
                  <a:srgbClr val="FFFFFF"/>
                </a:solidFill>
                <a:latin typeface="Aptos"/>
                <a:ea typeface="Aptos"/>
                <a:cs typeface="Aptos"/>
              </a:defRPr>
            </a:pPr>
            <a:r>
              <a:rPr sz="2100" b="1">
                <a:solidFill>
                  <a:srgbClr val="FFFFFF"/>
                </a:solidFill>
                <a:latin typeface="Aptos"/>
                <a:ea typeface="Aptos"/>
                <a:cs typeface="Aptos"/>
              </a:rPr>
              <a:t>02</a:t>
            </a:r>
          </a:p>
        </p:txBody>
      </p:sp>
      <p:sp>
        <p:nvSpPr>
          <p:cNvPr id="12" name="矩形 11">
            <a:extLst>
              <a:ext uri="{FF2B5EF4-FFF2-40B4-BE49-F238E27FC236}">
                <a16:creationId xmlns:a16="http://schemas.microsoft.com/office/drawing/2014/main" id="{9F51198F-E227-4C12-81B0-64F67F206074}"/>
              </a:ext>
            </a:extLst>
          </p:cNvPr>
          <p:cNvSpPr>
            <a:spLocks noGrp="1"/>
          </p:cNvSpPr>
          <p:nvPr/>
        </p:nvSpPr>
        <p:spPr>
          <a:xfrm>
            <a:off x="3543300" y="3181350"/>
            <a:ext cx="1962150" cy="304800"/>
          </a:xfrm>
          <a:prstGeom prst="rect">
            <a:avLst/>
          </a:prstGeom>
          <a:noFill/>
          <a:ln w="0">
            <a:noFill/>
          </a:ln>
        </p:spPr>
        <p:txBody>
          <a:bodyPr anchor="t">
            <a:normAutofit/>
          </a:bodyPr>
          <a:lstStyle/>
          <a:p>
            <a:pPr>
              <a:defRPr sz="1275" b="1">
                <a:solidFill>
                  <a:srgbClr val="D99145"/>
                </a:solidFill>
                <a:latin typeface="Aptos"/>
                <a:ea typeface="Aptos"/>
                <a:cs typeface="Aptos"/>
              </a:defRPr>
            </a:pPr>
            <a:r>
              <a:rPr sz="1275" b="1">
                <a:solidFill>
                  <a:srgbClr val="D99145"/>
                </a:solidFill>
                <a:latin typeface="Aptos"/>
                <a:ea typeface="Aptos"/>
                <a:cs typeface="Aptos"/>
              </a:rPr>
              <a:t>USE FIRST</a:t>
            </a:r>
          </a:p>
        </p:txBody>
      </p:sp>
      <p:sp>
        <p:nvSpPr>
          <p:cNvPr id="13" name="矩形 12">
            <a:extLst>
              <a:ext uri="{FF2B5EF4-FFF2-40B4-BE49-F238E27FC236}">
                <a16:creationId xmlns:a16="http://schemas.microsoft.com/office/drawing/2014/main" id="{EA9F9450-9C5E-4E98-9F59-BA2D02A3ED9C}"/>
              </a:ext>
            </a:extLst>
          </p:cNvPr>
          <p:cNvSpPr>
            <a:spLocks noGrp="1"/>
          </p:cNvSpPr>
          <p:nvPr/>
        </p:nvSpPr>
        <p:spPr>
          <a:xfrm>
            <a:off x="3543300" y="3638550"/>
            <a:ext cx="1943100" cy="74295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Used three expiring items</a:t>
            </a:r>
          </a:p>
        </p:txBody>
      </p:sp>
      <p:sp>
        <p:nvSpPr>
          <p:cNvPr id="14" name="矩形: 圆角 13">
            <a:extLst>
              <a:ext uri="{FF2B5EF4-FFF2-40B4-BE49-F238E27FC236}">
                <a16:creationId xmlns:a16="http://schemas.microsoft.com/office/drawing/2014/main" id="{53090027-7E2A-485F-923D-3095FC6B5C44}"/>
              </a:ext>
            </a:extLst>
          </p:cNvPr>
          <p:cNvSpPr>
            <a:spLocks noGrp="1"/>
          </p:cNvSpPr>
          <p:nvPr/>
        </p:nvSpPr>
        <p:spPr>
          <a:xfrm>
            <a:off x="6057900" y="1600200"/>
            <a:ext cx="2381250" cy="3333750"/>
          </a:xfrm>
          <a:prstGeom prst="roundRect">
            <a:avLst>
              <a:gd name="adj" fmla="val 3200"/>
            </a:avLst>
          </a:prstGeom>
          <a:solidFill>
            <a:srgbClr val="F4F0E7"/>
          </a:solidFill>
          <a:ln w="0">
            <a:noFill/>
          </a:ln>
        </p:spPr>
        <p:txBody>
          <a:bodyPr/>
          <a:lstStyle/>
          <a:p>
            <a:endParaRPr lang="zh-CN" altLang="en-US"/>
          </a:p>
        </p:txBody>
      </p:sp>
      <p:sp>
        <p:nvSpPr>
          <p:cNvPr id="15" name="矩形: 圆角 14">
            <a:extLst>
              <a:ext uri="{FF2B5EF4-FFF2-40B4-BE49-F238E27FC236}">
                <a16:creationId xmlns:a16="http://schemas.microsoft.com/office/drawing/2014/main" id="{54846C98-B987-4A50-BCCC-55FE857E0DF3}"/>
              </a:ext>
            </a:extLst>
          </p:cNvPr>
          <p:cNvSpPr>
            <a:spLocks noGrp="1"/>
          </p:cNvSpPr>
          <p:nvPr/>
        </p:nvSpPr>
        <p:spPr>
          <a:xfrm>
            <a:off x="6781800" y="1943100"/>
            <a:ext cx="933450" cy="933450"/>
          </a:xfrm>
          <a:prstGeom prst="roundRect">
            <a:avLst>
              <a:gd name="adj" fmla="val 8163"/>
            </a:avLst>
          </a:prstGeom>
          <a:solidFill>
            <a:srgbClr val="C86F55"/>
          </a:solidFill>
          <a:ln w="0">
            <a:noFill/>
          </a:ln>
        </p:spPr>
        <p:txBody>
          <a:bodyPr/>
          <a:lstStyle/>
          <a:p>
            <a:endParaRPr lang="zh-CN" altLang="en-US"/>
          </a:p>
        </p:txBody>
      </p:sp>
      <p:sp>
        <p:nvSpPr>
          <p:cNvPr id="16" name="矩形 15">
            <a:extLst>
              <a:ext uri="{FF2B5EF4-FFF2-40B4-BE49-F238E27FC236}">
                <a16:creationId xmlns:a16="http://schemas.microsoft.com/office/drawing/2014/main" id="{891BA35A-8E2E-4728-80EB-7FFCC6478376}"/>
              </a:ext>
            </a:extLst>
          </p:cNvPr>
          <p:cNvSpPr>
            <a:spLocks noGrp="1"/>
          </p:cNvSpPr>
          <p:nvPr/>
        </p:nvSpPr>
        <p:spPr>
          <a:xfrm>
            <a:off x="6972300" y="2152650"/>
            <a:ext cx="552450" cy="400050"/>
          </a:xfrm>
          <a:prstGeom prst="rect">
            <a:avLst/>
          </a:prstGeom>
          <a:noFill/>
          <a:ln w="0">
            <a:noFill/>
          </a:ln>
        </p:spPr>
        <p:txBody>
          <a:bodyPr anchor="t">
            <a:normAutofit fontScale="96428"/>
          </a:bodyPr>
          <a:lstStyle/>
          <a:p>
            <a:pPr>
              <a:defRPr sz="2100" b="1">
                <a:solidFill>
                  <a:srgbClr val="FFFFFF"/>
                </a:solidFill>
                <a:latin typeface="Aptos"/>
                <a:ea typeface="Aptos"/>
                <a:cs typeface="Aptos"/>
              </a:defRPr>
            </a:pPr>
            <a:r>
              <a:rPr sz="2100" b="1">
                <a:solidFill>
                  <a:srgbClr val="FFFFFF"/>
                </a:solidFill>
                <a:latin typeface="Aptos"/>
                <a:ea typeface="Aptos"/>
                <a:cs typeface="Aptos"/>
              </a:rPr>
              <a:t>03</a:t>
            </a:r>
          </a:p>
        </p:txBody>
      </p:sp>
      <p:sp>
        <p:nvSpPr>
          <p:cNvPr id="17" name="矩形 16">
            <a:extLst>
              <a:ext uri="{FF2B5EF4-FFF2-40B4-BE49-F238E27FC236}">
                <a16:creationId xmlns:a16="http://schemas.microsoft.com/office/drawing/2014/main" id="{85CE58DC-693F-400C-9D85-D574B54A1C66}"/>
              </a:ext>
            </a:extLst>
          </p:cNvPr>
          <p:cNvSpPr>
            <a:spLocks noGrp="1"/>
          </p:cNvSpPr>
          <p:nvPr/>
        </p:nvSpPr>
        <p:spPr>
          <a:xfrm>
            <a:off x="6267450" y="3181350"/>
            <a:ext cx="1962150" cy="304800"/>
          </a:xfrm>
          <a:prstGeom prst="rect">
            <a:avLst/>
          </a:prstGeom>
          <a:noFill/>
          <a:ln w="0">
            <a:noFill/>
          </a:ln>
        </p:spPr>
        <p:txBody>
          <a:bodyPr anchor="t">
            <a:normAutofit/>
          </a:bodyPr>
          <a:lstStyle/>
          <a:p>
            <a:pPr>
              <a:defRPr sz="1275" b="1">
                <a:solidFill>
                  <a:srgbClr val="C86F55"/>
                </a:solidFill>
                <a:latin typeface="Aptos"/>
                <a:ea typeface="Aptos"/>
                <a:cs typeface="Aptos"/>
              </a:defRPr>
            </a:pPr>
            <a:r>
              <a:rPr sz="1275" b="1">
                <a:solidFill>
                  <a:srgbClr val="C86F55"/>
                </a:solidFill>
                <a:latin typeface="Aptos"/>
                <a:ea typeface="Aptos"/>
                <a:cs typeface="Aptos"/>
              </a:rPr>
              <a:t>WASTE WATCHER</a:t>
            </a:r>
          </a:p>
        </p:txBody>
      </p:sp>
      <p:sp>
        <p:nvSpPr>
          <p:cNvPr id="18" name="矩形 17">
            <a:extLst>
              <a:ext uri="{FF2B5EF4-FFF2-40B4-BE49-F238E27FC236}">
                <a16:creationId xmlns:a16="http://schemas.microsoft.com/office/drawing/2014/main" id="{3DCEEDAA-3918-4A1D-A96A-0C1BADA615F2}"/>
              </a:ext>
            </a:extLst>
          </p:cNvPr>
          <p:cNvSpPr>
            <a:spLocks noGrp="1"/>
          </p:cNvSpPr>
          <p:nvPr/>
        </p:nvSpPr>
        <p:spPr>
          <a:xfrm>
            <a:off x="6267450" y="3638550"/>
            <a:ext cx="1943100" cy="74295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Improved value utilisation over a full period</a:t>
            </a:r>
          </a:p>
        </p:txBody>
      </p:sp>
      <p:sp>
        <p:nvSpPr>
          <p:cNvPr id="19" name="矩形: 圆角 18">
            <a:extLst>
              <a:ext uri="{FF2B5EF4-FFF2-40B4-BE49-F238E27FC236}">
                <a16:creationId xmlns:a16="http://schemas.microsoft.com/office/drawing/2014/main" id="{9DDE8A71-3879-4B35-9899-AA97D15E2567}"/>
              </a:ext>
            </a:extLst>
          </p:cNvPr>
          <p:cNvSpPr>
            <a:spLocks noGrp="1"/>
          </p:cNvSpPr>
          <p:nvPr/>
        </p:nvSpPr>
        <p:spPr>
          <a:xfrm>
            <a:off x="8782050" y="1600200"/>
            <a:ext cx="2381250" cy="3333750"/>
          </a:xfrm>
          <a:prstGeom prst="roundRect">
            <a:avLst>
              <a:gd name="adj" fmla="val 3200"/>
            </a:avLst>
          </a:prstGeom>
          <a:solidFill>
            <a:srgbClr val="F4F0E7"/>
          </a:solidFill>
          <a:ln w="0">
            <a:noFill/>
          </a:ln>
        </p:spPr>
        <p:txBody>
          <a:bodyPr/>
          <a:lstStyle/>
          <a:p>
            <a:endParaRPr lang="zh-CN" altLang="en-US"/>
          </a:p>
        </p:txBody>
      </p:sp>
      <p:sp>
        <p:nvSpPr>
          <p:cNvPr id="20" name="矩形: 圆角 19">
            <a:extLst>
              <a:ext uri="{FF2B5EF4-FFF2-40B4-BE49-F238E27FC236}">
                <a16:creationId xmlns:a16="http://schemas.microsoft.com/office/drawing/2014/main" id="{09985C1A-1AA5-48C5-ADEE-6FAF0F56FEC5}"/>
              </a:ext>
            </a:extLst>
          </p:cNvPr>
          <p:cNvSpPr>
            <a:spLocks noGrp="1"/>
          </p:cNvSpPr>
          <p:nvPr/>
        </p:nvSpPr>
        <p:spPr>
          <a:xfrm>
            <a:off x="9505950" y="1943100"/>
            <a:ext cx="933450" cy="933450"/>
          </a:xfrm>
          <a:prstGeom prst="roundRect">
            <a:avLst>
              <a:gd name="adj" fmla="val 8163"/>
            </a:avLst>
          </a:prstGeom>
          <a:solidFill>
            <a:srgbClr val="526F7B"/>
          </a:solidFill>
          <a:ln w="0">
            <a:noFill/>
          </a:ln>
        </p:spPr>
        <p:txBody>
          <a:bodyPr/>
          <a:lstStyle/>
          <a:p>
            <a:endParaRPr lang="zh-CN" altLang="en-US"/>
          </a:p>
        </p:txBody>
      </p:sp>
      <p:sp>
        <p:nvSpPr>
          <p:cNvPr id="21" name="矩形 20">
            <a:extLst>
              <a:ext uri="{FF2B5EF4-FFF2-40B4-BE49-F238E27FC236}">
                <a16:creationId xmlns:a16="http://schemas.microsoft.com/office/drawing/2014/main" id="{07A8BB62-7CC0-4F24-B450-39D12459274D}"/>
              </a:ext>
            </a:extLst>
          </p:cNvPr>
          <p:cNvSpPr>
            <a:spLocks noGrp="1"/>
          </p:cNvSpPr>
          <p:nvPr/>
        </p:nvSpPr>
        <p:spPr>
          <a:xfrm>
            <a:off x="9696450" y="2152650"/>
            <a:ext cx="552450" cy="400050"/>
          </a:xfrm>
          <a:prstGeom prst="rect">
            <a:avLst/>
          </a:prstGeom>
          <a:noFill/>
          <a:ln w="0">
            <a:noFill/>
          </a:ln>
        </p:spPr>
        <p:txBody>
          <a:bodyPr anchor="t">
            <a:normAutofit fontScale="96428"/>
          </a:bodyPr>
          <a:lstStyle/>
          <a:p>
            <a:pPr>
              <a:defRPr sz="2100" b="1">
                <a:solidFill>
                  <a:srgbClr val="FFFFFF"/>
                </a:solidFill>
                <a:latin typeface="Aptos"/>
                <a:ea typeface="Aptos"/>
                <a:cs typeface="Aptos"/>
              </a:defRPr>
            </a:pPr>
            <a:r>
              <a:rPr sz="2100" b="1">
                <a:solidFill>
                  <a:srgbClr val="FFFFFF"/>
                </a:solidFill>
                <a:latin typeface="Aptos"/>
                <a:ea typeface="Aptos"/>
                <a:cs typeface="Aptos"/>
              </a:rPr>
              <a:t>04</a:t>
            </a:r>
          </a:p>
        </p:txBody>
      </p:sp>
      <p:sp>
        <p:nvSpPr>
          <p:cNvPr id="22" name="矩形 21">
            <a:extLst>
              <a:ext uri="{FF2B5EF4-FFF2-40B4-BE49-F238E27FC236}">
                <a16:creationId xmlns:a16="http://schemas.microsoft.com/office/drawing/2014/main" id="{CCBD47E6-9095-485B-9E82-F9EFADADFC80}"/>
              </a:ext>
            </a:extLst>
          </p:cNvPr>
          <p:cNvSpPr>
            <a:spLocks noGrp="1"/>
          </p:cNvSpPr>
          <p:nvPr/>
        </p:nvSpPr>
        <p:spPr>
          <a:xfrm>
            <a:off x="8991600" y="3181350"/>
            <a:ext cx="1962150" cy="304800"/>
          </a:xfrm>
          <a:prstGeom prst="rect">
            <a:avLst/>
          </a:prstGeom>
          <a:noFill/>
          <a:ln w="0">
            <a:noFill/>
          </a:ln>
        </p:spPr>
        <p:txBody>
          <a:bodyPr anchor="t">
            <a:normAutofit/>
          </a:bodyPr>
          <a:lstStyle/>
          <a:p>
            <a:pPr>
              <a:defRPr sz="1275" b="1">
                <a:solidFill>
                  <a:srgbClr val="526F7B"/>
                </a:solidFill>
                <a:latin typeface="Aptos"/>
                <a:ea typeface="Aptos"/>
                <a:cs typeface="Aptos"/>
              </a:defRPr>
            </a:pPr>
            <a:r>
              <a:rPr sz="1275" b="1">
                <a:solidFill>
                  <a:srgbClr val="526F7B"/>
                </a:solidFill>
                <a:latin typeface="Aptos"/>
                <a:ea typeface="Aptos"/>
                <a:cs typeface="Aptos"/>
              </a:rPr>
              <a:t>FRIDGE REGULAR</a:t>
            </a:r>
          </a:p>
        </p:txBody>
      </p:sp>
      <p:sp>
        <p:nvSpPr>
          <p:cNvPr id="23" name="矩形 22">
            <a:extLst>
              <a:ext uri="{FF2B5EF4-FFF2-40B4-BE49-F238E27FC236}">
                <a16:creationId xmlns:a16="http://schemas.microsoft.com/office/drawing/2014/main" id="{FD3AB6AA-7EC4-4723-9F08-BBBCE95B1D75}"/>
              </a:ext>
            </a:extLst>
          </p:cNvPr>
          <p:cNvSpPr>
            <a:spLocks noGrp="1"/>
          </p:cNvSpPr>
          <p:nvPr/>
        </p:nvSpPr>
        <p:spPr>
          <a:xfrm>
            <a:off x="8991600" y="3638550"/>
            <a:ext cx="1943100" cy="74295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Kept inventory current across four weeks</a:t>
            </a:r>
          </a:p>
        </p:txBody>
      </p:sp>
      <p:sp>
        <p:nvSpPr>
          <p:cNvPr id="24" name="矩形 23">
            <a:extLst>
              <a:ext uri="{FF2B5EF4-FFF2-40B4-BE49-F238E27FC236}">
                <a16:creationId xmlns:a16="http://schemas.microsoft.com/office/drawing/2014/main" id="{79430FEC-2502-4F61-9775-917BFE0FC9E5}"/>
              </a:ext>
            </a:extLst>
          </p:cNvPr>
          <p:cNvSpPr>
            <a:spLocks noGrp="1"/>
          </p:cNvSpPr>
          <p:nvPr/>
        </p:nvSpPr>
        <p:spPr>
          <a:xfrm>
            <a:off x="609600" y="5429250"/>
            <a:ext cx="1428750" cy="228600"/>
          </a:xfrm>
          <a:prstGeom prst="rect">
            <a:avLst/>
          </a:prstGeom>
          <a:noFill/>
          <a:ln w="0">
            <a:noFill/>
          </a:ln>
        </p:spPr>
        <p:txBody>
          <a:bodyPr anchor="t">
            <a:normAutofit fontScale="85714"/>
          </a:bodyPr>
          <a:lstStyle/>
          <a:p>
            <a:pPr>
              <a:defRPr sz="1050" b="1">
                <a:solidFill>
                  <a:srgbClr val="667B64"/>
                </a:solidFill>
                <a:latin typeface="Aptos"/>
                <a:ea typeface="Aptos"/>
                <a:cs typeface="Aptos"/>
              </a:defRPr>
            </a:pPr>
            <a:r>
              <a:rPr sz="1050" b="1">
                <a:solidFill>
                  <a:srgbClr val="667B64"/>
                </a:solidFill>
                <a:latin typeface="Aptos"/>
                <a:ea typeface="Aptos"/>
                <a:cs typeface="Aptos"/>
              </a:rPr>
              <a:t>Design principle</a:t>
            </a:r>
          </a:p>
        </p:txBody>
      </p:sp>
      <p:sp>
        <p:nvSpPr>
          <p:cNvPr id="25" name="矩形 24">
            <a:extLst>
              <a:ext uri="{FF2B5EF4-FFF2-40B4-BE49-F238E27FC236}">
                <a16:creationId xmlns:a16="http://schemas.microsoft.com/office/drawing/2014/main" id="{B0243CDA-E7BC-4BEC-A511-52BDAC7DF37D}"/>
              </a:ext>
            </a:extLst>
          </p:cNvPr>
          <p:cNvSpPr>
            <a:spLocks noGrp="1"/>
          </p:cNvSpPr>
          <p:nvPr/>
        </p:nvSpPr>
        <p:spPr>
          <a:xfrm>
            <a:off x="2190750" y="5391150"/>
            <a:ext cx="8572500" cy="361950"/>
          </a:xfrm>
          <a:prstGeom prst="rect">
            <a:avLst/>
          </a:prstGeom>
          <a:noFill/>
          <a:ln w="0">
            <a:noFill/>
          </a:ln>
        </p:spPr>
        <p:txBody>
          <a:bodyPr anchor="t">
            <a:normAutofit fontScale="92500"/>
          </a:bodyPr>
          <a:lstStyle/>
          <a:p>
            <a:pPr>
              <a:defRPr sz="1500" b="0">
                <a:solidFill>
                  <a:srgbClr val="17211D"/>
                </a:solidFill>
                <a:latin typeface="Aptos"/>
                <a:ea typeface="Aptos"/>
                <a:cs typeface="Aptos"/>
              </a:defRPr>
            </a:pPr>
            <a:r>
              <a:rPr sz="1500" b="0">
                <a:solidFill>
                  <a:srgbClr val="17211D"/>
                </a:solidFill>
                <a:latin typeface="Aptos"/>
                <a:ea typeface="Aptos"/>
                <a:cs typeface="Aptos"/>
              </a:rPr>
              <a:t>Achievements recognise recorded behaviour. They do not use streak loss, public ranking or punishment.</a:t>
            </a:r>
          </a:p>
        </p:txBody>
      </p:sp>
      <p:sp>
        <p:nvSpPr>
          <p:cNvPr id="26" name="矩形 25">
            <a:extLst>
              <a:ext uri="{FF2B5EF4-FFF2-40B4-BE49-F238E27FC236}">
                <a16:creationId xmlns:a16="http://schemas.microsoft.com/office/drawing/2014/main" id="{68D64BED-76FA-4DC3-8BDE-367BBB1560DC}"/>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Tree>
    <p:extLst>
      <p:ext uri="{BB962C8B-B14F-4D97-AF65-F5344CB8AC3E}">
        <p14:creationId xmlns:p14="http://schemas.microsoft.com/office/powerpoint/2010/main" val="231714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9F419D4E-EEEE-4129-AD50-128B5DD58B87}"/>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EXPLORATION PRACTICE</a:t>
            </a:r>
          </a:p>
        </p:txBody>
      </p:sp>
      <p:sp>
        <p:nvSpPr>
          <p:cNvPr id="2" name="矩形 1">
            <a:extLst>
              <a:ext uri="{FF2B5EF4-FFF2-40B4-BE49-F238E27FC236}">
                <a16:creationId xmlns:a16="http://schemas.microsoft.com/office/drawing/2014/main" id="{48201B27-A624-42BB-856C-DEC80FB7C66B}"/>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QR recognition is a bounded feasibility spike</a:t>
            </a:r>
          </a:p>
        </p:txBody>
      </p:sp>
      <p:sp>
        <p:nvSpPr>
          <p:cNvPr id="3" name="矩形 2">
            <a:extLst>
              <a:ext uri="{FF2B5EF4-FFF2-40B4-BE49-F238E27FC236}">
                <a16:creationId xmlns:a16="http://schemas.microsoft.com/office/drawing/2014/main" id="{2FA1E2A7-69F7-439C-91B0-0D9A127CC52F}"/>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12</a:t>
            </a:r>
          </a:p>
        </p:txBody>
      </p:sp>
      <p:sp>
        <p:nvSpPr>
          <p:cNvPr id="4" name="矩形 3">
            <a:extLst>
              <a:ext uri="{FF2B5EF4-FFF2-40B4-BE49-F238E27FC236}">
                <a16:creationId xmlns:a16="http://schemas.microsoft.com/office/drawing/2014/main" id="{A905AC47-CD21-4189-AFE5-4835AE572DB1}"/>
              </a:ext>
            </a:extLst>
          </p:cNvPr>
          <p:cNvSpPr>
            <a:spLocks noGrp="1"/>
          </p:cNvSpPr>
          <p:nvPr/>
        </p:nvSpPr>
        <p:spPr>
          <a:xfrm>
            <a:off x="609600" y="1466850"/>
            <a:ext cx="2095500" cy="266700"/>
          </a:xfrm>
          <a:prstGeom prst="rect">
            <a:avLst/>
          </a:prstGeom>
          <a:noFill/>
          <a:ln w="0">
            <a:noFill/>
          </a:ln>
        </p:spPr>
        <p:txBody>
          <a:bodyPr anchor="t">
            <a:normAutofit/>
          </a:bodyPr>
          <a:lstStyle/>
          <a:p>
            <a:pPr>
              <a:defRPr sz="1125" b="1">
                <a:solidFill>
                  <a:srgbClr val="667B64"/>
                </a:solidFill>
                <a:latin typeface="Aptos"/>
                <a:ea typeface="Aptos"/>
                <a:cs typeface="Aptos"/>
              </a:defRPr>
            </a:pPr>
            <a:r>
              <a:rPr sz="1125" b="1">
                <a:solidFill>
                  <a:srgbClr val="667B64"/>
                </a:solidFill>
                <a:latin typeface="Aptos"/>
                <a:ea typeface="Aptos"/>
                <a:cs typeface="Aptos"/>
              </a:rPr>
              <a:t>Research question</a:t>
            </a:r>
          </a:p>
        </p:txBody>
      </p:sp>
      <p:sp>
        <p:nvSpPr>
          <p:cNvPr id="5" name="矩形 4">
            <a:extLst>
              <a:ext uri="{FF2B5EF4-FFF2-40B4-BE49-F238E27FC236}">
                <a16:creationId xmlns:a16="http://schemas.microsoft.com/office/drawing/2014/main" id="{995AEB2E-4A8E-4113-A3CE-21592F7BEAB8}"/>
              </a:ext>
            </a:extLst>
          </p:cNvPr>
          <p:cNvSpPr>
            <a:spLocks noGrp="1"/>
          </p:cNvSpPr>
          <p:nvPr/>
        </p:nvSpPr>
        <p:spPr>
          <a:xfrm>
            <a:off x="609600" y="1828800"/>
            <a:ext cx="6762750" cy="685800"/>
          </a:xfrm>
          <a:prstGeom prst="rect">
            <a:avLst/>
          </a:prstGeom>
          <a:noFill/>
          <a:ln w="0">
            <a:noFill/>
          </a:ln>
        </p:spPr>
        <p:txBody>
          <a:bodyPr anchor="t">
            <a:normAutofit fontScale="92857"/>
          </a:bodyPr>
          <a:lstStyle/>
          <a:p>
            <a:pPr>
              <a:defRPr sz="2100" b="1">
                <a:solidFill>
                  <a:srgbClr val="17211D"/>
                </a:solidFill>
                <a:latin typeface="Aptos"/>
                <a:ea typeface="Aptos"/>
                <a:cs typeface="Aptos"/>
              </a:defRPr>
            </a:pPr>
            <a:r>
              <a:rPr sz="2100" b="1">
                <a:solidFill>
                  <a:srgbClr val="17211D"/>
                </a:solidFill>
                <a:latin typeface="Aptos"/>
                <a:ea typeface="Aptos"/>
                <a:cs typeface="Aptos"/>
              </a:rPr>
              <a:t>Can a QR payload reduce entry effort without introducing unsafe links or unreliable product data?</a:t>
            </a:r>
          </a:p>
        </p:txBody>
      </p:sp>
      <p:sp>
        <p:nvSpPr>
          <p:cNvPr id="6" name="矩形: 圆角 5">
            <a:extLst>
              <a:ext uri="{FF2B5EF4-FFF2-40B4-BE49-F238E27FC236}">
                <a16:creationId xmlns:a16="http://schemas.microsoft.com/office/drawing/2014/main" id="{9F266969-795C-47A8-A223-B0AE7AE9C819}"/>
              </a:ext>
            </a:extLst>
          </p:cNvPr>
          <p:cNvSpPr>
            <a:spLocks noGrp="1"/>
          </p:cNvSpPr>
          <p:nvPr/>
        </p:nvSpPr>
        <p:spPr>
          <a:xfrm>
            <a:off x="609600" y="3143250"/>
            <a:ext cx="2381250" cy="1428750"/>
          </a:xfrm>
          <a:prstGeom prst="roundRect">
            <a:avLst>
              <a:gd name="adj" fmla="val 5333"/>
            </a:avLst>
          </a:prstGeom>
          <a:solidFill>
            <a:srgbClr val="F4F0E7"/>
          </a:solidFill>
          <a:ln w="0">
            <a:noFill/>
          </a:ln>
        </p:spPr>
        <p:txBody>
          <a:bodyPr/>
          <a:lstStyle/>
          <a:p>
            <a:endParaRPr lang="zh-CN" altLang="en-US"/>
          </a:p>
        </p:txBody>
      </p:sp>
      <p:sp>
        <p:nvSpPr>
          <p:cNvPr id="7" name="矩形 6">
            <a:extLst>
              <a:ext uri="{FF2B5EF4-FFF2-40B4-BE49-F238E27FC236}">
                <a16:creationId xmlns:a16="http://schemas.microsoft.com/office/drawing/2014/main" id="{AB14B958-0951-4861-B942-24BDB3656C97}"/>
              </a:ext>
            </a:extLst>
          </p:cNvPr>
          <p:cNvSpPr>
            <a:spLocks noGrp="1"/>
          </p:cNvSpPr>
          <p:nvPr/>
        </p:nvSpPr>
        <p:spPr>
          <a:xfrm>
            <a:off x="800100" y="3352800"/>
            <a:ext cx="2000250" cy="266700"/>
          </a:xfrm>
          <a:prstGeom prst="rect">
            <a:avLst/>
          </a:prstGeom>
          <a:noFill/>
          <a:ln w="0">
            <a:noFill/>
          </a:ln>
        </p:spPr>
        <p:txBody>
          <a:bodyPr anchor="t">
            <a:normAutofit fontScale="97696" lnSpcReduction="10000"/>
          </a:bodyPr>
          <a:lstStyle/>
          <a:p>
            <a:pPr>
              <a:defRPr sz="1275" b="1">
                <a:solidFill>
                  <a:srgbClr val="667B64"/>
                </a:solidFill>
                <a:latin typeface="Aptos"/>
                <a:ea typeface="Aptos"/>
                <a:cs typeface="Aptos"/>
              </a:defRPr>
            </a:pPr>
            <a:r>
              <a:rPr sz="1275" b="1">
                <a:solidFill>
                  <a:srgbClr val="667B64"/>
                </a:solidFill>
                <a:latin typeface="Aptos"/>
                <a:ea typeface="Aptos"/>
                <a:cs typeface="Aptos"/>
              </a:rPr>
              <a:t>SCAN</a:t>
            </a:r>
          </a:p>
        </p:txBody>
      </p:sp>
      <p:sp>
        <p:nvSpPr>
          <p:cNvPr id="8" name="矩形 7">
            <a:extLst>
              <a:ext uri="{FF2B5EF4-FFF2-40B4-BE49-F238E27FC236}">
                <a16:creationId xmlns:a16="http://schemas.microsoft.com/office/drawing/2014/main" id="{28C62A22-FEB9-41AF-BC3A-2F6B99B036CC}"/>
              </a:ext>
            </a:extLst>
          </p:cNvPr>
          <p:cNvSpPr>
            <a:spLocks noGrp="1"/>
          </p:cNvSpPr>
          <p:nvPr/>
        </p:nvSpPr>
        <p:spPr>
          <a:xfrm>
            <a:off x="800100" y="3752850"/>
            <a:ext cx="2000250" cy="552450"/>
          </a:xfrm>
          <a:prstGeom prst="rect">
            <a:avLst/>
          </a:prstGeom>
          <a:noFill/>
          <a:ln w="0">
            <a:noFill/>
          </a:ln>
        </p:spPr>
        <p:txBody>
          <a:bodyPr anchor="t">
            <a:normAutofit/>
          </a:bodyPr>
          <a:lstStyle/>
          <a:p>
            <a:pPr>
              <a:defRPr sz="1350" b="0">
                <a:solidFill>
                  <a:srgbClr val="17211D"/>
                </a:solidFill>
                <a:latin typeface="Aptos"/>
                <a:ea typeface="Aptos"/>
                <a:cs typeface="Aptos"/>
              </a:defRPr>
            </a:pPr>
            <a:r>
              <a:rPr sz="1350" b="0">
                <a:solidFill>
                  <a:srgbClr val="17211D"/>
                </a:solidFill>
                <a:latin typeface="Aptos"/>
                <a:ea typeface="Aptos"/>
                <a:cs typeface="Aptos"/>
              </a:rPr>
              <a:t>Camera permission and focus</a:t>
            </a:r>
          </a:p>
        </p:txBody>
      </p:sp>
      <p:sp>
        <p:nvSpPr>
          <p:cNvPr id="9" name="矩形: 圆角 8">
            <a:extLst>
              <a:ext uri="{FF2B5EF4-FFF2-40B4-BE49-F238E27FC236}">
                <a16:creationId xmlns:a16="http://schemas.microsoft.com/office/drawing/2014/main" id="{278CDB73-5CF4-45BA-8812-3856C3CC77A6}"/>
              </a:ext>
            </a:extLst>
          </p:cNvPr>
          <p:cNvSpPr>
            <a:spLocks noGrp="1"/>
          </p:cNvSpPr>
          <p:nvPr/>
        </p:nvSpPr>
        <p:spPr>
          <a:xfrm>
            <a:off x="3352800" y="3143250"/>
            <a:ext cx="2381250" cy="1428750"/>
          </a:xfrm>
          <a:prstGeom prst="roundRect">
            <a:avLst>
              <a:gd name="adj" fmla="val 5333"/>
            </a:avLst>
          </a:prstGeom>
          <a:solidFill>
            <a:srgbClr val="F4F0E7"/>
          </a:solidFill>
          <a:ln w="0">
            <a:noFill/>
          </a:ln>
        </p:spPr>
        <p:txBody>
          <a:bodyPr/>
          <a:lstStyle/>
          <a:p>
            <a:endParaRPr lang="zh-CN" altLang="en-US"/>
          </a:p>
        </p:txBody>
      </p:sp>
      <p:sp>
        <p:nvSpPr>
          <p:cNvPr id="10" name="矩形 9">
            <a:extLst>
              <a:ext uri="{FF2B5EF4-FFF2-40B4-BE49-F238E27FC236}">
                <a16:creationId xmlns:a16="http://schemas.microsoft.com/office/drawing/2014/main" id="{4706CF2D-E49C-4CA4-9504-1D6DFD8F1BF5}"/>
              </a:ext>
            </a:extLst>
          </p:cNvPr>
          <p:cNvSpPr>
            <a:spLocks noGrp="1"/>
          </p:cNvSpPr>
          <p:nvPr/>
        </p:nvSpPr>
        <p:spPr>
          <a:xfrm>
            <a:off x="3543300" y="3352800"/>
            <a:ext cx="2000250" cy="266700"/>
          </a:xfrm>
          <a:prstGeom prst="rect">
            <a:avLst/>
          </a:prstGeom>
          <a:noFill/>
          <a:ln w="0">
            <a:noFill/>
          </a:ln>
        </p:spPr>
        <p:txBody>
          <a:bodyPr anchor="t">
            <a:normAutofit fontScale="97696" lnSpcReduction="10000"/>
          </a:bodyPr>
          <a:lstStyle/>
          <a:p>
            <a:pPr>
              <a:defRPr sz="1275" b="1">
                <a:solidFill>
                  <a:srgbClr val="667B64"/>
                </a:solidFill>
                <a:latin typeface="Aptos"/>
                <a:ea typeface="Aptos"/>
                <a:cs typeface="Aptos"/>
              </a:defRPr>
            </a:pPr>
            <a:r>
              <a:rPr sz="1275" b="1">
                <a:solidFill>
                  <a:srgbClr val="667B64"/>
                </a:solidFill>
                <a:latin typeface="Aptos"/>
                <a:ea typeface="Aptos"/>
                <a:cs typeface="Aptos"/>
              </a:rPr>
              <a:t>VALIDATE</a:t>
            </a:r>
          </a:p>
        </p:txBody>
      </p:sp>
      <p:sp>
        <p:nvSpPr>
          <p:cNvPr id="11" name="矩形 10">
            <a:extLst>
              <a:ext uri="{FF2B5EF4-FFF2-40B4-BE49-F238E27FC236}">
                <a16:creationId xmlns:a16="http://schemas.microsoft.com/office/drawing/2014/main" id="{8C589C73-FB88-4295-970B-4763EBDDFB91}"/>
              </a:ext>
            </a:extLst>
          </p:cNvPr>
          <p:cNvSpPr>
            <a:spLocks noGrp="1"/>
          </p:cNvSpPr>
          <p:nvPr/>
        </p:nvSpPr>
        <p:spPr>
          <a:xfrm>
            <a:off x="3543300" y="3752850"/>
            <a:ext cx="2000250" cy="552450"/>
          </a:xfrm>
          <a:prstGeom prst="rect">
            <a:avLst/>
          </a:prstGeom>
          <a:noFill/>
          <a:ln w="0">
            <a:noFill/>
          </a:ln>
        </p:spPr>
        <p:txBody>
          <a:bodyPr anchor="t">
            <a:normAutofit/>
          </a:bodyPr>
          <a:lstStyle/>
          <a:p>
            <a:pPr>
              <a:defRPr sz="1350" b="0">
                <a:solidFill>
                  <a:srgbClr val="17211D"/>
                </a:solidFill>
                <a:latin typeface="Aptos"/>
                <a:ea typeface="Aptos"/>
                <a:cs typeface="Aptos"/>
              </a:defRPr>
            </a:pPr>
            <a:r>
              <a:rPr sz="1350" b="0">
                <a:solidFill>
                  <a:srgbClr val="17211D"/>
                </a:solidFill>
                <a:latin typeface="Aptos"/>
                <a:ea typeface="Aptos"/>
                <a:cs typeface="Aptos"/>
              </a:rPr>
              <a:t>Format, size, scheme and trusted host</a:t>
            </a:r>
          </a:p>
        </p:txBody>
      </p:sp>
      <p:sp>
        <p:nvSpPr>
          <p:cNvPr id="12" name="矩形: 圆角 11">
            <a:extLst>
              <a:ext uri="{FF2B5EF4-FFF2-40B4-BE49-F238E27FC236}">
                <a16:creationId xmlns:a16="http://schemas.microsoft.com/office/drawing/2014/main" id="{FAE8CDB1-3722-4AD6-82DB-F470083C38AC}"/>
              </a:ext>
            </a:extLst>
          </p:cNvPr>
          <p:cNvSpPr>
            <a:spLocks noGrp="1"/>
          </p:cNvSpPr>
          <p:nvPr/>
        </p:nvSpPr>
        <p:spPr>
          <a:xfrm>
            <a:off x="6096000" y="3143250"/>
            <a:ext cx="2381250" cy="1428750"/>
          </a:xfrm>
          <a:prstGeom prst="roundRect">
            <a:avLst>
              <a:gd name="adj" fmla="val 5333"/>
            </a:avLst>
          </a:prstGeom>
          <a:solidFill>
            <a:srgbClr val="F4F0E7"/>
          </a:solidFill>
          <a:ln w="0">
            <a:noFill/>
          </a:ln>
        </p:spPr>
        <p:txBody>
          <a:bodyPr/>
          <a:lstStyle/>
          <a:p>
            <a:endParaRPr lang="zh-CN" altLang="en-US"/>
          </a:p>
        </p:txBody>
      </p:sp>
      <p:sp>
        <p:nvSpPr>
          <p:cNvPr id="13" name="矩形 12">
            <a:extLst>
              <a:ext uri="{FF2B5EF4-FFF2-40B4-BE49-F238E27FC236}">
                <a16:creationId xmlns:a16="http://schemas.microsoft.com/office/drawing/2014/main" id="{A98B73C4-D0EF-4E7D-BFB2-E3F073566074}"/>
              </a:ext>
            </a:extLst>
          </p:cNvPr>
          <p:cNvSpPr>
            <a:spLocks noGrp="1"/>
          </p:cNvSpPr>
          <p:nvPr/>
        </p:nvSpPr>
        <p:spPr>
          <a:xfrm>
            <a:off x="6286500" y="3352800"/>
            <a:ext cx="2000250" cy="266700"/>
          </a:xfrm>
          <a:prstGeom prst="rect">
            <a:avLst/>
          </a:prstGeom>
          <a:noFill/>
          <a:ln w="0">
            <a:noFill/>
          </a:ln>
        </p:spPr>
        <p:txBody>
          <a:bodyPr anchor="t">
            <a:normAutofit fontScale="97696" lnSpcReduction="10000"/>
          </a:bodyPr>
          <a:lstStyle/>
          <a:p>
            <a:pPr>
              <a:defRPr sz="1275" b="1">
                <a:solidFill>
                  <a:srgbClr val="667B64"/>
                </a:solidFill>
                <a:latin typeface="Aptos"/>
                <a:ea typeface="Aptos"/>
                <a:cs typeface="Aptos"/>
              </a:defRPr>
            </a:pPr>
            <a:r>
              <a:rPr sz="1275" b="1">
                <a:solidFill>
                  <a:srgbClr val="667B64"/>
                </a:solidFill>
                <a:latin typeface="Aptos"/>
                <a:ea typeface="Aptos"/>
                <a:cs typeface="Aptos"/>
              </a:rPr>
              <a:t>PARSE</a:t>
            </a:r>
          </a:p>
        </p:txBody>
      </p:sp>
      <p:sp>
        <p:nvSpPr>
          <p:cNvPr id="14" name="矩形 13">
            <a:extLst>
              <a:ext uri="{FF2B5EF4-FFF2-40B4-BE49-F238E27FC236}">
                <a16:creationId xmlns:a16="http://schemas.microsoft.com/office/drawing/2014/main" id="{748314B6-445C-43E4-9B15-B73DA3D91B3C}"/>
              </a:ext>
            </a:extLst>
          </p:cNvPr>
          <p:cNvSpPr>
            <a:spLocks noGrp="1"/>
          </p:cNvSpPr>
          <p:nvPr/>
        </p:nvSpPr>
        <p:spPr>
          <a:xfrm>
            <a:off x="6286500" y="3752850"/>
            <a:ext cx="2000250" cy="552450"/>
          </a:xfrm>
          <a:prstGeom prst="rect">
            <a:avLst/>
          </a:prstGeom>
          <a:noFill/>
          <a:ln w="0">
            <a:noFill/>
          </a:ln>
        </p:spPr>
        <p:txBody>
          <a:bodyPr anchor="t">
            <a:normAutofit/>
          </a:bodyPr>
          <a:lstStyle/>
          <a:p>
            <a:pPr>
              <a:defRPr sz="1350" b="0">
                <a:solidFill>
                  <a:srgbClr val="17211D"/>
                </a:solidFill>
                <a:latin typeface="Aptos"/>
                <a:ea typeface="Aptos"/>
                <a:cs typeface="Aptos"/>
              </a:defRPr>
            </a:pPr>
            <a:r>
              <a:rPr sz="1350" b="0">
                <a:solidFill>
                  <a:srgbClr val="17211D"/>
                </a:solidFill>
                <a:latin typeface="Aptos"/>
                <a:ea typeface="Aptos"/>
                <a:cs typeface="Aptos"/>
              </a:rPr>
              <a:t>Recognised fields only</a:t>
            </a:r>
          </a:p>
        </p:txBody>
      </p:sp>
      <p:sp>
        <p:nvSpPr>
          <p:cNvPr id="15" name="矩形: 圆角 14">
            <a:extLst>
              <a:ext uri="{FF2B5EF4-FFF2-40B4-BE49-F238E27FC236}">
                <a16:creationId xmlns:a16="http://schemas.microsoft.com/office/drawing/2014/main" id="{2B324A5B-7C23-4F23-AB9D-5C2BAC7166D5}"/>
              </a:ext>
            </a:extLst>
          </p:cNvPr>
          <p:cNvSpPr>
            <a:spLocks noGrp="1"/>
          </p:cNvSpPr>
          <p:nvPr/>
        </p:nvSpPr>
        <p:spPr>
          <a:xfrm>
            <a:off x="8839200" y="3143250"/>
            <a:ext cx="2381250" cy="1428750"/>
          </a:xfrm>
          <a:prstGeom prst="roundRect">
            <a:avLst>
              <a:gd name="adj" fmla="val 5333"/>
            </a:avLst>
          </a:prstGeom>
          <a:solidFill>
            <a:srgbClr val="F4E1C8"/>
          </a:solidFill>
          <a:ln w="0">
            <a:noFill/>
          </a:ln>
        </p:spPr>
        <p:txBody>
          <a:bodyPr/>
          <a:lstStyle/>
          <a:p>
            <a:endParaRPr lang="zh-CN" altLang="en-US"/>
          </a:p>
        </p:txBody>
      </p:sp>
      <p:sp>
        <p:nvSpPr>
          <p:cNvPr id="16" name="矩形 15">
            <a:extLst>
              <a:ext uri="{FF2B5EF4-FFF2-40B4-BE49-F238E27FC236}">
                <a16:creationId xmlns:a16="http://schemas.microsoft.com/office/drawing/2014/main" id="{F5960010-A75D-446D-A5E3-5D107387310B}"/>
              </a:ext>
            </a:extLst>
          </p:cNvPr>
          <p:cNvSpPr>
            <a:spLocks noGrp="1"/>
          </p:cNvSpPr>
          <p:nvPr/>
        </p:nvSpPr>
        <p:spPr>
          <a:xfrm>
            <a:off x="9029700" y="3352800"/>
            <a:ext cx="2000250" cy="266700"/>
          </a:xfrm>
          <a:prstGeom prst="rect">
            <a:avLst/>
          </a:prstGeom>
          <a:noFill/>
          <a:ln w="0">
            <a:noFill/>
          </a:ln>
        </p:spPr>
        <p:txBody>
          <a:bodyPr anchor="t">
            <a:normAutofit fontScale="97696" lnSpcReduction="10000"/>
          </a:bodyPr>
          <a:lstStyle/>
          <a:p>
            <a:pPr>
              <a:defRPr sz="1275" b="1">
                <a:solidFill>
                  <a:srgbClr val="667B64"/>
                </a:solidFill>
                <a:latin typeface="Aptos"/>
                <a:ea typeface="Aptos"/>
                <a:cs typeface="Aptos"/>
              </a:defRPr>
            </a:pPr>
            <a:r>
              <a:rPr sz="1275" b="1">
                <a:solidFill>
                  <a:srgbClr val="667B64"/>
                </a:solidFill>
                <a:latin typeface="Aptos"/>
                <a:ea typeface="Aptos"/>
                <a:cs typeface="Aptos"/>
              </a:rPr>
              <a:t>CONFIRM</a:t>
            </a:r>
          </a:p>
        </p:txBody>
      </p:sp>
      <p:sp>
        <p:nvSpPr>
          <p:cNvPr id="17" name="矩形 16">
            <a:extLst>
              <a:ext uri="{FF2B5EF4-FFF2-40B4-BE49-F238E27FC236}">
                <a16:creationId xmlns:a16="http://schemas.microsoft.com/office/drawing/2014/main" id="{5A1B065C-767F-4BC2-B6E9-7BA3B881243D}"/>
              </a:ext>
            </a:extLst>
          </p:cNvPr>
          <p:cNvSpPr>
            <a:spLocks noGrp="1"/>
          </p:cNvSpPr>
          <p:nvPr/>
        </p:nvSpPr>
        <p:spPr>
          <a:xfrm>
            <a:off x="9029700" y="3752850"/>
            <a:ext cx="2000250" cy="552450"/>
          </a:xfrm>
          <a:prstGeom prst="rect">
            <a:avLst/>
          </a:prstGeom>
          <a:noFill/>
          <a:ln w="0">
            <a:noFill/>
          </a:ln>
        </p:spPr>
        <p:txBody>
          <a:bodyPr anchor="t">
            <a:normAutofit/>
          </a:bodyPr>
          <a:lstStyle/>
          <a:p>
            <a:pPr>
              <a:defRPr sz="1350" b="0">
                <a:solidFill>
                  <a:srgbClr val="17211D"/>
                </a:solidFill>
                <a:latin typeface="Aptos"/>
                <a:ea typeface="Aptos"/>
                <a:cs typeface="Aptos"/>
              </a:defRPr>
            </a:pPr>
            <a:r>
              <a:rPr sz="1350" b="0">
                <a:solidFill>
                  <a:srgbClr val="17211D"/>
                </a:solidFill>
                <a:latin typeface="Aptos"/>
                <a:ea typeface="Aptos"/>
                <a:cs typeface="Aptos"/>
              </a:rPr>
              <a:t>User reviews before save</a:t>
            </a:r>
          </a:p>
        </p:txBody>
      </p:sp>
      <p:sp>
        <p:nvSpPr>
          <p:cNvPr id="18" name="矩形: 圆角 17">
            <a:extLst>
              <a:ext uri="{FF2B5EF4-FFF2-40B4-BE49-F238E27FC236}">
                <a16:creationId xmlns:a16="http://schemas.microsoft.com/office/drawing/2014/main" id="{64C5957B-672C-4480-92AC-E4D09CD8499A}"/>
              </a:ext>
            </a:extLst>
          </p:cNvPr>
          <p:cNvSpPr>
            <a:spLocks noGrp="1"/>
          </p:cNvSpPr>
          <p:nvPr/>
        </p:nvSpPr>
        <p:spPr>
          <a:xfrm>
            <a:off x="609600" y="5086350"/>
            <a:ext cx="10382250" cy="723900"/>
          </a:xfrm>
          <a:prstGeom prst="roundRect">
            <a:avLst>
              <a:gd name="adj" fmla="val 10526"/>
            </a:avLst>
          </a:prstGeom>
          <a:solidFill>
            <a:srgbClr val="667B64"/>
          </a:solidFill>
          <a:ln w="0">
            <a:noFill/>
          </a:ln>
        </p:spPr>
        <p:txBody>
          <a:bodyPr/>
          <a:lstStyle/>
          <a:p>
            <a:endParaRPr lang="zh-CN" altLang="en-US"/>
          </a:p>
        </p:txBody>
      </p:sp>
      <p:sp>
        <p:nvSpPr>
          <p:cNvPr id="19" name="矩形 18">
            <a:extLst>
              <a:ext uri="{FF2B5EF4-FFF2-40B4-BE49-F238E27FC236}">
                <a16:creationId xmlns:a16="http://schemas.microsoft.com/office/drawing/2014/main" id="{434C3154-4848-4FFD-B9F6-72B86717685B}"/>
              </a:ext>
            </a:extLst>
          </p:cNvPr>
          <p:cNvSpPr>
            <a:spLocks noGrp="1"/>
          </p:cNvSpPr>
          <p:nvPr/>
        </p:nvSpPr>
        <p:spPr>
          <a:xfrm>
            <a:off x="838200" y="5305425"/>
            <a:ext cx="1381125" cy="247650"/>
          </a:xfrm>
          <a:prstGeom prst="rect">
            <a:avLst/>
          </a:prstGeom>
          <a:noFill/>
          <a:ln w="0">
            <a:noFill/>
          </a:ln>
        </p:spPr>
        <p:txBody>
          <a:bodyPr anchor="t">
            <a:normAutofit fontScale="98611" lnSpcReduction="10000"/>
          </a:bodyPr>
          <a:lstStyle/>
          <a:p>
            <a:pPr>
              <a:defRPr sz="1125" b="1">
                <a:solidFill>
                  <a:srgbClr val="FFFFFF"/>
                </a:solidFill>
                <a:latin typeface="Aptos"/>
                <a:ea typeface="Aptos"/>
                <a:cs typeface="Aptos"/>
              </a:defRPr>
            </a:pPr>
            <a:r>
              <a:rPr sz="1125" b="1">
                <a:solidFill>
                  <a:srgbClr val="FFFFFF"/>
                </a:solidFill>
                <a:latin typeface="Aptos"/>
                <a:ea typeface="Aptos"/>
                <a:cs typeface="Aptos"/>
              </a:rPr>
              <a:t>Exit criterion</a:t>
            </a:r>
          </a:p>
        </p:txBody>
      </p:sp>
      <p:sp>
        <p:nvSpPr>
          <p:cNvPr id="20" name="矩形 19">
            <a:extLst>
              <a:ext uri="{FF2B5EF4-FFF2-40B4-BE49-F238E27FC236}">
                <a16:creationId xmlns:a16="http://schemas.microsoft.com/office/drawing/2014/main" id="{3191044B-8C75-4F06-A55B-1AA929CFB433}"/>
              </a:ext>
            </a:extLst>
          </p:cNvPr>
          <p:cNvSpPr>
            <a:spLocks noGrp="1"/>
          </p:cNvSpPr>
          <p:nvPr/>
        </p:nvSpPr>
        <p:spPr>
          <a:xfrm>
            <a:off x="2286000" y="5238750"/>
            <a:ext cx="8286750" cy="400050"/>
          </a:xfrm>
          <a:prstGeom prst="rect">
            <a:avLst/>
          </a:prstGeom>
          <a:noFill/>
          <a:ln w="0">
            <a:noFill/>
          </a:ln>
        </p:spPr>
        <p:txBody>
          <a:bodyPr anchor="t">
            <a:normAutofit fontScale="90780" lnSpcReduction="20000"/>
          </a:bodyPr>
          <a:lstStyle/>
          <a:p>
            <a:pPr>
              <a:defRPr sz="1350" b="0">
                <a:solidFill>
                  <a:srgbClr val="FFFFFF"/>
                </a:solidFill>
                <a:latin typeface="Aptos"/>
                <a:ea typeface="Aptos"/>
                <a:cs typeface="Aptos"/>
              </a:defRPr>
            </a:pPr>
            <a:r>
              <a:rPr sz="1350" b="0">
                <a:solidFill>
                  <a:srgbClr val="FFFFFF"/>
                </a:solidFill>
                <a:latin typeface="Aptos"/>
                <a:ea typeface="Aptos"/>
                <a:cs typeface="Aptos"/>
              </a:rPr>
              <a:t>A supported code completes faster than manual entry, invalid payloads fail safely, and the manual path always remains available.</a:t>
            </a:r>
          </a:p>
        </p:txBody>
      </p:sp>
      <p:sp>
        <p:nvSpPr>
          <p:cNvPr id="21" name="矩形 20">
            <a:extLst>
              <a:ext uri="{FF2B5EF4-FFF2-40B4-BE49-F238E27FC236}">
                <a16:creationId xmlns:a16="http://schemas.microsoft.com/office/drawing/2014/main" id="{A3A65983-0666-4AA0-8FB6-6161A7466019}"/>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Tree>
    <p:extLst>
      <p:ext uri="{BB962C8B-B14F-4D97-AF65-F5344CB8AC3E}">
        <p14:creationId xmlns:p14="http://schemas.microsoft.com/office/powerpoint/2010/main" val="1054141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133DFC89-9F5F-41D5-96FF-DDDF8740F05B}"/>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SYSTEM, ERD AND CODE QUALITY</a:t>
            </a:r>
          </a:p>
        </p:txBody>
      </p:sp>
      <p:sp>
        <p:nvSpPr>
          <p:cNvPr id="2" name="矩形 1">
            <a:extLst>
              <a:ext uri="{FF2B5EF4-FFF2-40B4-BE49-F238E27FC236}">
                <a16:creationId xmlns:a16="http://schemas.microsoft.com/office/drawing/2014/main" id="{35191D22-5B3E-4936-B1CF-A24B5A37DD36}"/>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Security follows the data boundary</a:t>
            </a:r>
          </a:p>
        </p:txBody>
      </p:sp>
      <p:sp>
        <p:nvSpPr>
          <p:cNvPr id="3" name="矩形 2">
            <a:extLst>
              <a:ext uri="{FF2B5EF4-FFF2-40B4-BE49-F238E27FC236}">
                <a16:creationId xmlns:a16="http://schemas.microsoft.com/office/drawing/2014/main" id="{E430C5EC-6E53-446A-9C65-09002501A1C1}"/>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13</a:t>
            </a:r>
          </a:p>
        </p:txBody>
      </p:sp>
      <p:sp>
        <p:nvSpPr>
          <p:cNvPr id="4" name="矩形: 圆角 3">
            <a:extLst>
              <a:ext uri="{FF2B5EF4-FFF2-40B4-BE49-F238E27FC236}">
                <a16:creationId xmlns:a16="http://schemas.microsoft.com/office/drawing/2014/main" id="{8C39EC93-9BF9-49FC-ABD7-707466270FF3}"/>
              </a:ext>
            </a:extLst>
          </p:cNvPr>
          <p:cNvSpPr>
            <a:spLocks noGrp="1"/>
          </p:cNvSpPr>
          <p:nvPr/>
        </p:nvSpPr>
        <p:spPr>
          <a:xfrm>
            <a:off x="609600" y="1466850"/>
            <a:ext cx="3276600" cy="2628900"/>
          </a:xfrm>
          <a:prstGeom prst="roundRect">
            <a:avLst>
              <a:gd name="adj" fmla="val 2899"/>
            </a:avLst>
          </a:prstGeom>
          <a:solidFill>
            <a:srgbClr val="DDE6D8"/>
          </a:solidFill>
          <a:ln w="0">
            <a:noFill/>
          </a:ln>
        </p:spPr>
        <p:txBody>
          <a:bodyPr/>
          <a:lstStyle/>
          <a:p>
            <a:endParaRPr lang="zh-CN" altLang="en-US"/>
          </a:p>
        </p:txBody>
      </p:sp>
      <p:sp>
        <p:nvSpPr>
          <p:cNvPr id="5" name="矩形 4">
            <a:extLst>
              <a:ext uri="{FF2B5EF4-FFF2-40B4-BE49-F238E27FC236}">
                <a16:creationId xmlns:a16="http://schemas.microsoft.com/office/drawing/2014/main" id="{66204135-5B8B-41B6-94FC-CE74123F2BDB}"/>
              </a:ext>
            </a:extLst>
          </p:cNvPr>
          <p:cNvSpPr>
            <a:spLocks noGrp="1"/>
          </p:cNvSpPr>
          <p:nvPr/>
        </p:nvSpPr>
        <p:spPr>
          <a:xfrm>
            <a:off x="838200" y="1695450"/>
            <a:ext cx="2819400" cy="247650"/>
          </a:xfrm>
          <a:prstGeom prst="rect">
            <a:avLst/>
          </a:prstGeom>
          <a:noFill/>
          <a:ln w="0">
            <a:noFill/>
          </a:ln>
        </p:spPr>
        <p:txBody>
          <a:bodyPr anchor="t">
            <a:normAutofit fontScale="98611" lnSpcReduction="10000"/>
          </a:bodyPr>
          <a:lstStyle/>
          <a:p>
            <a:pPr>
              <a:defRPr sz="1125" b="1">
                <a:solidFill>
                  <a:srgbClr val="667B64"/>
                </a:solidFill>
                <a:latin typeface="Aptos"/>
                <a:ea typeface="Aptos"/>
                <a:cs typeface="Aptos"/>
              </a:defRPr>
            </a:pPr>
            <a:r>
              <a:rPr sz="1125" b="1">
                <a:solidFill>
                  <a:srgbClr val="667B64"/>
                </a:solidFill>
                <a:latin typeface="Aptos"/>
                <a:ea typeface="Aptos"/>
                <a:cs typeface="Aptos"/>
              </a:rPr>
              <a:t>EXPO APP</a:t>
            </a:r>
          </a:p>
        </p:txBody>
      </p:sp>
      <p:sp>
        <p:nvSpPr>
          <p:cNvPr id="6" name="矩形 5">
            <a:extLst>
              <a:ext uri="{FF2B5EF4-FFF2-40B4-BE49-F238E27FC236}">
                <a16:creationId xmlns:a16="http://schemas.microsoft.com/office/drawing/2014/main" id="{16B43ABF-5D4C-4B54-B3F7-F84F628285C4}"/>
              </a:ext>
            </a:extLst>
          </p:cNvPr>
          <p:cNvSpPr>
            <a:spLocks noGrp="1"/>
          </p:cNvSpPr>
          <p:nvPr/>
        </p:nvSpPr>
        <p:spPr>
          <a:xfrm>
            <a:off x="838200" y="2152650"/>
            <a:ext cx="2724150" cy="1466850"/>
          </a:xfrm>
          <a:prstGeom prst="rect">
            <a:avLst/>
          </a:prstGeom>
          <a:noFill/>
          <a:ln w="0">
            <a:noFill/>
          </a:ln>
        </p:spPr>
        <p:txBody>
          <a:bodyPr anchor="t">
            <a:normAutofit/>
          </a:bodyPr>
          <a:lstStyle/>
          <a:p>
            <a:pPr>
              <a:defRPr sz="1650" b="1">
                <a:solidFill>
                  <a:srgbClr val="17211D"/>
                </a:solidFill>
                <a:latin typeface="Aptos"/>
                <a:ea typeface="Aptos"/>
                <a:cs typeface="Aptos"/>
              </a:defRPr>
            </a:pPr>
            <a:r>
              <a:rPr sz="1650" b="1">
                <a:solidFill>
                  <a:srgbClr val="17211D"/>
                </a:solidFill>
                <a:latin typeface="Aptos"/>
                <a:ea typeface="Aptos"/>
                <a:cs typeface="Aptos"/>
              </a:rPr>
              <a:t>Device credential</a:t>
            </a:r>
          </a:p>
          <a:p>
            <a:pPr>
              <a:defRPr sz="1650" b="1">
                <a:solidFill>
                  <a:srgbClr val="17211D"/>
                </a:solidFill>
                <a:latin typeface="Aptos"/>
                <a:ea typeface="Aptos"/>
                <a:cs typeface="Aptos"/>
              </a:defRPr>
            </a:pPr>
            <a:r>
              <a:rPr sz="1650" b="1">
                <a:solidFill>
                  <a:srgbClr val="17211D"/>
                </a:solidFill>
                <a:latin typeface="Aptos"/>
                <a:ea typeface="Aptos"/>
                <a:cs typeface="Aptos"/>
              </a:rPr>
              <a:t>Local secure storage</a:t>
            </a:r>
          </a:p>
          <a:p>
            <a:pPr>
              <a:defRPr sz="1650" b="1">
                <a:solidFill>
                  <a:srgbClr val="17211D"/>
                </a:solidFill>
                <a:latin typeface="Aptos"/>
                <a:ea typeface="Aptos"/>
                <a:cs typeface="Aptos"/>
              </a:defRPr>
            </a:pPr>
            <a:r>
              <a:rPr sz="1650" b="1">
                <a:solidFill>
                  <a:srgbClr val="17211D"/>
                </a:solidFill>
                <a:latin typeface="Aptos"/>
                <a:ea typeface="Aptos"/>
                <a:cs typeface="Aptos"/>
              </a:rPr>
              <a:t>Accessible UI</a:t>
            </a:r>
          </a:p>
        </p:txBody>
      </p:sp>
      <p:sp>
        <p:nvSpPr>
          <p:cNvPr id="7" name="矩形: 圆角 6">
            <a:extLst>
              <a:ext uri="{FF2B5EF4-FFF2-40B4-BE49-F238E27FC236}">
                <a16:creationId xmlns:a16="http://schemas.microsoft.com/office/drawing/2014/main" id="{7DE3D315-98EB-4F24-B955-1AF19A434E7A}"/>
              </a:ext>
            </a:extLst>
          </p:cNvPr>
          <p:cNvSpPr>
            <a:spLocks noGrp="1"/>
          </p:cNvSpPr>
          <p:nvPr/>
        </p:nvSpPr>
        <p:spPr>
          <a:xfrm>
            <a:off x="4324350" y="1466850"/>
            <a:ext cx="3276600" cy="2628900"/>
          </a:xfrm>
          <a:prstGeom prst="roundRect">
            <a:avLst>
              <a:gd name="adj" fmla="val 2899"/>
            </a:avLst>
          </a:prstGeom>
          <a:solidFill>
            <a:srgbClr val="F4F0E7"/>
          </a:solidFill>
          <a:ln w="0">
            <a:noFill/>
          </a:ln>
        </p:spPr>
        <p:txBody>
          <a:bodyPr/>
          <a:lstStyle/>
          <a:p>
            <a:endParaRPr lang="zh-CN" altLang="en-US"/>
          </a:p>
        </p:txBody>
      </p:sp>
      <p:sp>
        <p:nvSpPr>
          <p:cNvPr id="8" name="矩形 7">
            <a:extLst>
              <a:ext uri="{FF2B5EF4-FFF2-40B4-BE49-F238E27FC236}">
                <a16:creationId xmlns:a16="http://schemas.microsoft.com/office/drawing/2014/main" id="{571D7ADE-EBCE-44B6-A733-D875120A26B0}"/>
              </a:ext>
            </a:extLst>
          </p:cNvPr>
          <p:cNvSpPr>
            <a:spLocks noGrp="1"/>
          </p:cNvSpPr>
          <p:nvPr/>
        </p:nvSpPr>
        <p:spPr>
          <a:xfrm>
            <a:off x="4552950" y="1695450"/>
            <a:ext cx="2819400" cy="247650"/>
          </a:xfrm>
          <a:prstGeom prst="rect">
            <a:avLst/>
          </a:prstGeom>
          <a:noFill/>
          <a:ln w="0">
            <a:noFill/>
          </a:ln>
        </p:spPr>
        <p:txBody>
          <a:bodyPr anchor="t">
            <a:normAutofit fontScale="98611" lnSpcReduction="10000"/>
          </a:bodyPr>
          <a:lstStyle/>
          <a:p>
            <a:pPr>
              <a:defRPr sz="1125" b="1">
                <a:solidFill>
                  <a:srgbClr val="667B64"/>
                </a:solidFill>
                <a:latin typeface="Aptos"/>
                <a:ea typeface="Aptos"/>
                <a:cs typeface="Aptos"/>
              </a:defRPr>
            </a:pPr>
            <a:r>
              <a:rPr sz="1125" b="1">
                <a:solidFill>
                  <a:srgbClr val="667B64"/>
                </a:solidFill>
                <a:latin typeface="Aptos"/>
                <a:ea typeface="Aptos"/>
                <a:cs typeface="Aptos"/>
              </a:rPr>
              <a:t>EXPRESS API</a:t>
            </a:r>
          </a:p>
        </p:txBody>
      </p:sp>
      <p:sp>
        <p:nvSpPr>
          <p:cNvPr id="9" name="矩形 8">
            <a:extLst>
              <a:ext uri="{FF2B5EF4-FFF2-40B4-BE49-F238E27FC236}">
                <a16:creationId xmlns:a16="http://schemas.microsoft.com/office/drawing/2014/main" id="{BA7DD28F-8FF4-4C8F-90B3-3A50A01BF341}"/>
              </a:ext>
            </a:extLst>
          </p:cNvPr>
          <p:cNvSpPr>
            <a:spLocks noGrp="1"/>
          </p:cNvSpPr>
          <p:nvPr/>
        </p:nvSpPr>
        <p:spPr>
          <a:xfrm>
            <a:off x="4552950" y="2152650"/>
            <a:ext cx="2724150" cy="1466850"/>
          </a:xfrm>
          <a:prstGeom prst="rect">
            <a:avLst/>
          </a:prstGeom>
          <a:noFill/>
          <a:ln w="0">
            <a:noFill/>
          </a:ln>
        </p:spPr>
        <p:txBody>
          <a:bodyPr anchor="t">
            <a:normAutofit/>
          </a:bodyPr>
          <a:lstStyle/>
          <a:p>
            <a:pPr>
              <a:defRPr sz="1650" b="1">
                <a:solidFill>
                  <a:srgbClr val="17211D"/>
                </a:solidFill>
                <a:latin typeface="Aptos"/>
                <a:ea typeface="Aptos"/>
                <a:cs typeface="Aptos"/>
              </a:defRPr>
            </a:pPr>
            <a:r>
              <a:rPr sz="1650" b="1">
                <a:solidFill>
                  <a:srgbClr val="17211D"/>
                </a:solidFill>
                <a:latin typeface="Aptos"/>
                <a:ea typeface="Aptos"/>
                <a:cs typeface="Aptos"/>
              </a:rPr>
              <a:t>Authentication</a:t>
            </a:r>
          </a:p>
          <a:p>
            <a:pPr>
              <a:defRPr sz="1650" b="1">
                <a:solidFill>
                  <a:srgbClr val="17211D"/>
                </a:solidFill>
                <a:latin typeface="Aptos"/>
                <a:ea typeface="Aptos"/>
                <a:cs typeface="Aptos"/>
              </a:defRPr>
            </a:pPr>
            <a:r>
              <a:rPr sz="1650" b="1">
                <a:solidFill>
                  <a:srgbClr val="17211D"/>
                </a:solidFill>
                <a:latin typeface="Aptos"/>
                <a:ea typeface="Aptos"/>
                <a:cs typeface="Aptos"/>
              </a:rPr>
              <a:t>Validation</a:t>
            </a:r>
          </a:p>
          <a:p>
            <a:pPr>
              <a:defRPr sz="1650" b="1">
                <a:solidFill>
                  <a:srgbClr val="17211D"/>
                </a:solidFill>
                <a:latin typeface="Aptos"/>
                <a:ea typeface="Aptos"/>
                <a:cs typeface="Aptos"/>
              </a:defRPr>
            </a:pPr>
            <a:r>
              <a:rPr sz="1650" b="1">
                <a:solidFill>
                  <a:srgbClr val="17211D"/>
                </a:solidFill>
                <a:latin typeface="Aptos"/>
                <a:ea typeface="Aptos"/>
                <a:cs typeface="Aptos"/>
              </a:rPr>
              <a:t>Rate limits</a:t>
            </a:r>
          </a:p>
          <a:p>
            <a:pPr>
              <a:defRPr sz="1650" b="1">
                <a:solidFill>
                  <a:srgbClr val="17211D"/>
                </a:solidFill>
                <a:latin typeface="Aptos"/>
                <a:ea typeface="Aptos"/>
                <a:cs typeface="Aptos"/>
              </a:defRPr>
            </a:pPr>
            <a:r>
              <a:rPr sz="1650" b="1">
                <a:solidFill>
                  <a:srgbClr val="17211D"/>
                </a:solidFill>
                <a:latin typeface="Aptos"/>
                <a:ea typeface="Aptos"/>
                <a:cs typeface="Aptos"/>
              </a:rPr>
              <a:t>AI orchestration</a:t>
            </a:r>
          </a:p>
        </p:txBody>
      </p:sp>
      <p:sp>
        <p:nvSpPr>
          <p:cNvPr id="10" name="矩形: 圆角 9">
            <a:extLst>
              <a:ext uri="{FF2B5EF4-FFF2-40B4-BE49-F238E27FC236}">
                <a16:creationId xmlns:a16="http://schemas.microsoft.com/office/drawing/2014/main" id="{C3731F0D-0430-4B83-8E9D-FC32EADDE723}"/>
              </a:ext>
            </a:extLst>
          </p:cNvPr>
          <p:cNvSpPr>
            <a:spLocks noGrp="1"/>
          </p:cNvSpPr>
          <p:nvPr/>
        </p:nvSpPr>
        <p:spPr>
          <a:xfrm>
            <a:off x="8039100" y="1466850"/>
            <a:ext cx="3276600" cy="2628900"/>
          </a:xfrm>
          <a:prstGeom prst="roundRect">
            <a:avLst>
              <a:gd name="adj" fmla="val 2899"/>
            </a:avLst>
          </a:prstGeom>
          <a:solidFill>
            <a:srgbClr val="F4E1C8"/>
          </a:solidFill>
          <a:ln w="0">
            <a:noFill/>
          </a:ln>
        </p:spPr>
        <p:txBody>
          <a:bodyPr/>
          <a:lstStyle/>
          <a:p>
            <a:endParaRPr lang="zh-CN" altLang="en-US"/>
          </a:p>
        </p:txBody>
      </p:sp>
      <p:sp>
        <p:nvSpPr>
          <p:cNvPr id="11" name="矩形 10">
            <a:extLst>
              <a:ext uri="{FF2B5EF4-FFF2-40B4-BE49-F238E27FC236}">
                <a16:creationId xmlns:a16="http://schemas.microsoft.com/office/drawing/2014/main" id="{6F431719-1FE2-4DBA-953F-8D64FC15D34E}"/>
              </a:ext>
            </a:extLst>
          </p:cNvPr>
          <p:cNvSpPr>
            <a:spLocks noGrp="1"/>
          </p:cNvSpPr>
          <p:nvPr/>
        </p:nvSpPr>
        <p:spPr>
          <a:xfrm>
            <a:off x="8267700" y="1695450"/>
            <a:ext cx="2819400" cy="247650"/>
          </a:xfrm>
          <a:prstGeom prst="rect">
            <a:avLst/>
          </a:prstGeom>
          <a:noFill/>
          <a:ln w="0">
            <a:noFill/>
          </a:ln>
        </p:spPr>
        <p:txBody>
          <a:bodyPr anchor="t">
            <a:normAutofit fontScale="98611" lnSpcReduction="10000"/>
          </a:bodyPr>
          <a:lstStyle/>
          <a:p>
            <a:pPr>
              <a:defRPr sz="1125" b="1">
                <a:solidFill>
                  <a:srgbClr val="667B64"/>
                </a:solidFill>
                <a:latin typeface="Aptos"/>
                <a:ea typeface="Aptos"/>
                <a:cs typeface="Aptos"/>
              </a:defRPr>
            </a:pPr>
            <a:r>
              <a:rPr sz="1125" b="1">
                <a:solidFill>
                  <a:srgbClr val="667B64"/>
                </a:solidFill>
                <a:latin typeface="Aptos"/>
                <a:ea typeface="Aptos"/>
                <a:cs typeface="Aptos"/>
              </a:rPr>
              <a:t>SUPABASE</a:t>
            </a:r>
          </a:p>
        </p:txBody>
      </p:sp>
      <p:sp>
        <p:nvSpPr>
          <p:cNvPr id="12" name="矩形 11">
            <a:extLst>
              <a:ext uri="{FF2B5EF4-FFF2-40B4-BE49-F238E27FC236}">
                <a16:creationId xmlns:a16="http://schemas.microsoft.com/office/drawing/2014/main" id="{7CE57912-68BB-40E3-ACD8-A3E73722CF92}"/>
              </a:ext>
            </a:extLst>
          </p:cNvPr>
          <p:cNvSpPr>
            <a:spLocks noGrp="1"/>
          </p:cNvSpPr>
          <p:nvPr/>
        </p:nvSpPr>
        <p:spPr>
          <a:xfrm>
            <a:off x="8267700" y="2152650"/>
            <a:ext cx="2724150" cy="1466850"/>
          </a:xfrm>
          <a:prstGeom prst="rect">
            <a:avLst/>
          </a:prstGeom>
          <a:noFill/>
          <a:ln w="0">
            <a:noFill/>
          </a:ln>
        </p:spPr>
        <p:txBody>
          <a:bodyPr anchor="t">
            <a:normAutofit/>
          </a:bodyPr>
          <a:lstStyle/>
          <a:p>
            <a:pPr>
              <a:defRPr sz="1650" b="1">
                <a:solidFill>
                  <a:srgbClr val="17211D"/>
                </a:solidFill>
                <a:latin typeface="Aptos"/>
                <a:ea typeface="Aptos"/>
                <a:cs typeface="Aptos"/>
              </a:defRPr>
            </a:pPr>
            <a:r>
              <a:rPr sz="1650" b="1">
                <a:solidFill>
                  <a:srgbClr val="17211D"/>
                </a:solidFill>
                <a:latin typeface="Aptos"/>
                <a:ea typeface="Aptos"/>
                <a:cs typeface="Aptos"/>
              </a:rPr>
              <a:t>Fridge ownership</a:t>
            </a:r>
          </a:p>
          <a:p>
            <a:pPr>
              <a:defRPr sz="1650" b="1">
                <a:solidFill>
                  <a:srgbClr val="17211D"/>
                </a:solidFill>
                <a:latin typeface="Aptos"/>
                <a:ea typeface="Aptos"/>
                <a:cs typeface="Aptos"/>
              </a:defRPr>
            </a:pPr>
            <a:r>
              <a:rPr sz="1650" b="1">
                <a:solidFill>
                  <a:srgbClr val="17211D"/>
                </a:solidFill>
                <a:latin typeface="Aptos"/>
                <a:ea typeface="Aptos"/>
                <a:cs typeface="Aptos"/>
              </a:rPr>
              <a:t>Inventory events</a:t>
            </a:r>
          </a:p>
          <a:p>
            <a:pPr>
              <a:defRPr sz="1650" b="1">
                <a:solidFill>
                  <a:srgbClr val="17211D"/>
                </a:solidFill>
                <a:latin typeface="Aptos"/>
                <a:ea typeface="Aptos"/>
                <a:cs typeface="Aptos"/>
              </a:defRPr>
            </a:pPr>
            <a:r>
              <a:rPr sz="1650" b="1">
                <a:solidFill>
                  <a:srgbClr val="17211D"/>
                </a:solidFill>
                <a:latin typeface="Aptos"/>
                <a:ea typeface="Aptos"/>
                <a:cs typeface="Aptos"/>
              </a:rPr>
              <a:t>Reports and achievements</a:t>
            </a:r>
          </a:p>
          <a:p>
            <a:pPr>
              <a:defRPr sz="1650" b="1">
                <a:solidFill>
                  <a:srgbClr val="17211D"/>
                </a:solidFill>
                <a:latin typeface="Aptos"/>
                <a:ea typeface="Aptos"/>
                <a:cs typeface="Aptos"/>
              </a:defRPr>
            </a:pPr>
            <a:r>
              <a:rPr sz="1650" b="1">
                <a:solidFill>
                  <a:srgbClr val="17211D"/>
                </a:solidFill>
                <a:latin typeface="Aptos"/>
                <a:ea typeface="Aptos"/>
                <a:cs typeface="Aptos"/>
              </a:rPr>
              <a:t>Versioned migrations</a:t>
            </a:r>
          </a:p>
        </p:txBody>
      </p:sp>
      <p:sp>
        <p:nvSpPr>
          <p:cNvPr id="13" name="矩形 12">
            <a:extLst>
              <a:ext uri="{FF2B5EF4-FFF2-40B4-BE49-F238E27FC236}">
                <a16:creationId xmlns:a16="http://schemas.microsoft.com/office/drawing/2014/main" id="{F9CEAC38-AD54-42C9-A540-43DDBDF63F28}"/>
              </a:ext>
            </a:extLst>
          </p:cNvPr>
          <p:cNvSpPr>
            <a:spLocks noGrp="1"/>
          </p:cNvSpPr>
          <p:nvPr/>
        </p:nvSpPr>
        <p:spPr>
          <a:xfrm>
            <a:off x="609600" y="4591050"/>
            <a:ext cx="1619250" cy="266700"/>
          </a:xfrm>
          <a:prstGeom prst="rect">
            <a:avLst/>
          </a:prstGeom>
          <a:noFill/>
          <a:ln w="0">
            <a:noFill/>
          </a:ln>
        </p:spPr>
        <p:txBody>
          <a:bodyPr anchor="t">
            <a:normAutofit fontScale="95833"/>
          </a:bodyPr>
          <a:lstStyle/>
          <a:p>
            <a:pPr>
              <a:defRPr sz="1200" b="1">
                <a:solidFill>
                  <a:srgbClr val="667B64"/>
                </a:solidFill>
                <a:latin typeface="Aptos"/>
                <a:ea typeface="Aptos"/>
                <a:cs typeface="Aptos"/>
              </a:defRPr>
            </a:pPr>
            <a:r>
              <a:rPr sz="1200" b="1">
                <a:solidFill>
                  <a:srgbClr val="667B64"/>
                </a:solidFill>
                <a:latin typeface="Aptos"/>
                <a:ea typeface="Aptos"/>
                <a:cs typeface="Aptos"/>
              </a:rPr>
              <a:t>Quality gates</a:t>
            </a:r>
          </a:p>
        </p:txBody>
      </p:sp>
      <p:sp>
        <p:nvSpPr>
          <p:cNvPr id="14" name="矩形: 圆角 13">
            <a:extLst>
              <a:ext uri="{FF2B5EF4-FFF2-40B4-BE49-F238E27FC236}">
                <a16:creationId xmlns:a16="http://schemas.microsoft.com/office/drawing/2014/main" id="{6693D119-1EA5-4D2A-BF11-0E4D7148F7B1}"/>
              </a:ext>
            </a:extLst>
          </p:cNvPr>
          <p:cNvSpPr>
            <a:spLocks noGrp="1"/>
          </p:cNvSpPr>
          <p:nvPr/>
        </p:nvSpPr>
        <p:spPr>
          <a:xfrm>
            <a:off x="609600" y="5010150"/>
            <a:ext cx="1847850" cy="285750"/>
          </a:xfrm>
          <a:prstGeom prst="roundRect">
            <a:avLst>
              <a:gd name="adj" fmla="val 26667"/>
            </a:avLst>
          </a:prstGeom>
          <a:solidFill>
            <a:srgbClr val="F4F0E7"/>
          </a:solidFill>
          <a:ln w="0">
            <a:noFill/>
          </a:ln>
        </p:spPr>
        <p:txBody>
          <a:bodyPr/>
          <a:lstStyle/>
          <a:p>
            <a:endParaRPr lang="zh-CN" altLang="en-US"/>
          </a:p>
        </p:txBody>
      </p:sp>
      <p:sp>
        <p:nvSpPr>
          <p:cNvPr id="15" name="矩形 14">
            <a:extLst>
              <a:ext uri="{FF2B5EF4-FFF2-40B4-BE49-F238E27FC236}">
                <a16:creationId xmlns:a16="http://schemas.microsoft.com/office/drawing/2014/main" id="{5C392EA3-8011-41AB-82BE-6D925B3E6CC5}"/>
              </a:ext>
            </a:extLst>
          </p:cNvPr>
          <p:cNvSpPr>
            <a:spLocks noGrp="1"/>
          </p:cNvSpPr>
          <p:nvPr/>
        </p:nvSpPr>
        <p:spPr>
          <a:xfrm>
            <a:off x="723900" y="5057775"/>
            <a:ext cx="1619250" cy="190500"/>
          </a:xfrm>
          <a:prstGeom prst="rect">
            <a:avLst/>
          </a:prstGeom>
          <a:noFill/>
          <a:ln w="0">
            <a:noFill/>
          </a:ln>
        </p:spPr>
        <p:txBody>
          <a:bodyPr anchor="ctr">
            <a:normAutofit fontScale="81667" lnSpcReduction="20000"/>
          </a:bodyPr>
          <a:lstStyle/>
          <a:p>
            <a:pPr>
              <a:defRPr sz="975" b="1">
                <a:solidFill>
                  <a:srgbClr val="17211D"/>
                </a:solidFill>
                <a:latin typeface="Aptos"/>
                <a:ea typeface="Aptos"/>
                <a:cs typeface="Aptos"/>
              </a:defRPr>
            </a:pPr>
            <a:r>
              <a:rPr sz="975" b="1">
                <a:solidFill>
                  <a:srgbClr val="17211D"/>
                </a:solidFill>
                <a:latin typeface="Aptos"/>
                <a:ea typeface="Aptos"/>
                <a:cs typeface="Aptos"/>
              </a:rPr>
              <a:t>Typed build</a:t>
            </a:r>
          </a:p>
        </p:txBody>
      </p:sp>
      <p:sp>
        <p:nvSpPr>
          <p:cNvPr id="16" name="矩形: 圆角 15">
            <a:extLst>
              <a:ext uri="{FF2B5EF4-FFF2-40B4-BE49-F238E27FC236}">
                <a16:creationId xmlns:a16="http://schemas.microsoft.com/office/drawing/2014/main" id="{7EF0D56A-6041-4BD4-A013-2D43DD6FF4B4}"/>
              </a:ext>
            </a:extLst>
          </p:cNvPr>
          <p:cNvSpPr>
            <a:spLocks noGrp="1"/>
          </p:cNvSpPr>
          <p:nvPr/>
        </p:nvSpPr>
        <p:spPr>
          <a:xfrm>
            <a:off x="2743200" y="5010150"/>
            <a:ext cx="1847850" cy="285750"/>
          </a:xfrm>
          <a:prstGeom prst="roundRect">
            <a:avLst>
              <a:gd name="adj" fmla="val 26667"/>
            </a:avLst>
          </a:prstGeom>
          <a:solidFill>
            <a:srgbClr val="F4F0E7"/>
          </a:solidFill>
          <a:ln w="0">
            <a:noFill/>
          </a:ln>
        </p:spPr>
        <p:txBody>
          <a:bodyPr/>
          <a:lstStyle/>
          <a:p>
            <a:endParaRPr lang="zh-CN" altLang="en-US"/>
          </a:p>
        </p:txBody>
      </p:sp>
      <p:sp>
        <p:nvSpPr>
          <p:cNvPr id="17" name="矩形 16">
            <a:extLst>
              <a:ext uri="{FF2B5EF4-FFF2-40B4-BE49-F238E27FC236}">
                <a16:creationId xmlns:a16="http://schemas.microsoft.com/office/drawing/2014/main" id="{52337D3E-755E-4675-A70F-B7BBD267D8E5}"/>
              </a:ext>
            </a:extLst>
          </p:cNvPr>
          <p:cNvSpPr>
            <a:spLocks noGrp="1"/>
          </p:cNvSpPr>
          <p:nvPr/>
        </p:nvSpPr>
        <p:spPr>
          <a:xfrm>
            <a:off x="2857500" y="5057775"/>
            <a:ext cx="1619250" cy="190500"/>
          </a:xfrm>
          <a:prstGeom prst="rect">
            <a:avLst/>
          </a:prstGeom>
          <a:noFill/>
          <a:ln w="0">
            <a:noFill/>
          </a:ln>
        </p:spPr>
        <p:txBody>
          <a:bodyPr anchor="ctr">
            <a:normAutofit fontScale="81667" lnSpcReduction="20000"/>
          </a:bodyPr>
          <a:lstStyle/>
          <a:p>
            <a:pPr>
              <a:defRPr sz="975" b="1">
                <a:solidFill>
                  <a:srgbClr val="17211D"/>
                </a:solidFill>
                <a:latin typeface="Aptos"/>
                <a:ea typeface="Aptos"/>
                <a:cs typeface="Aptos"/>
              </a:defRPr>
            </a:pPr>
            <a:r>
              <a:rPr sz="975" b="1">
                <a:solidFill>
                  <a:srgbClr val="17211D"/>
                </a:solidFill>
                <a:latin typeface="Aptos"/>
                <a:ea typeface="Aptos"/>
                <a:cs typeface="Aptos"/>
              </a:rPr>
              <a:t>API negative tests</a:t>
            </a:r>
          </a:p>
        </p:txBody>
      </p:sp>
      <p:sp>
        <p:nvSpPr>
          <p:cNvPr id="18" name="矩形: 圆角 17">
            <a:extLst>
              <a:ext uri="{FF2B5EF4-FFF2-40B4-BE49-F238E27FC236}">
                <a16:creationId xmlns:a16="http://schemas.microsoft.com/office/drawing/2014/main" id="{169EAE2A-0F42-4EFF-8206-D7143694CB55}"/>
              </a:ext>
            </a:extLst>
          </p:cNvPr>
          <p:cNvSpPr>
            <a:spLocks noGrp="1"/>
          </p:cNvSpPr>
          <p:nvPr/>
        </p:nvSpPr>
        <p:spPr>
          <a:xfrm>
            <a:off x="4876800" y="5010150"/>
            <a:ext cx="1847850" cy="285750"/>
          </a:xfrm>
          <a:prstGeom prst="roundRect">
            <a:avLst>
              <a:gd name="adj" fmla="val 26667"/>
            </a:avLst>
          </a:prstGeom>
          <a:solidFill>
            <a:srgbClr val="F4F0E7"/>
          </a:solidFill>
          <a:ln w="0">
            <a:noFill/>
          </a:ln>
        </p:spPr>
        <p:txBody>
          <a:bodyPr/>
          <a:lstStyle/>
          <a:p>
            <a:endParaRPr lang="zh-CN" altLang="en-US"/>
          </a:p>
        </p:txBody>
      </p:sp>
      <p:sp>
        <p:nvSpPr>
          <p:cNvPr id="19" name="矩形 18">
            <a:extLst>
              <a:ext uri="{FF2B5EF4-FFF2-40B4-BE49-F238E27FC236}">
                <a16:creationId xmlns:a16="http://schemas.microsoft.com/office/drawing/2014/main" id="{D96471D2-5292-4C51-BB69-F0B7F2A5C038}"/>
              </a:ext>
            </a:extLst>
          </p:cNvPr>
          <p:cNvSpPr>
            <a:spLocks noGrp="1"/>
          </p:cNvSpPr>
          <p:nvPr/>
        </p:nvSpPr>
        <p:spPr>
          <a:xfrm>
            <a:off x="4991100" y="5057775"/>
            <a:ext cx="1619250" cy="190500"/>
          </a:xfrm>
          <a:prstGeom prst="rect">
            <a:avLst/>
          </a:prstGeom>
          <a:noFill/>
          <a:ln w="0">
            <a:noFill/>
          </a:ln>
        </p:spPr>
        <p:txBody>
          <a:bodyPr anchor="ctr">
            <a:normAutofit fontScale="81667" lnSpcReduction="20000"/>
          </a:bodyPr>
          <a:lstStyle/>
          <a:p>
            <a:pPr>
              <a:defRPr sz="975" b="1">
                <a:solidFill>
                  <a:srgbClr val="17211D"/>
                </a:solidFill>
                <a:latin typeface="Aptos"/>
                <a:ea typeface="Aptos"/>
                <a:cs typeface="Aptos"/>
              </a:defRPr>
            </a:pPr>
            <a:r>
              <a:rPr sz="975" b="1">
                <a:solidFill>
                  <a:srgbClr val="17211D"/>
                </a:solidFill>
                <a:latin typeface="Aptos"/>
                <a:ea typeface="Aptos"/>
                <a:cs typeface="Aptos"/>
              </a:rPr>
              <a:t>Migration review</a:t>
            </a:r>
          </a:p>
        </p:txBody>
      </p:sp>
      <p:sp>
        <p:nvSpPr>
          <p:cNvPr id="20" name="矩形: 圆角 19">
            <a:extLst>
              <a:ext uri="{FF2B5EF4-FFF2-40B4-BE49-F238E27FC236}">
                <a16:creationId xmlns:a16="http://schemas.microsoft.com/office/drawing/2014/main" id="{8A8D24E5-06F9-4212-9ED3-01B2B237BEF4}"/>
              </a:ext>
            </a:extLst>
          </p:cNvPr>
          <p:cNvSpPr>
            <a:spLocks noGrp="1"/>
          </p:cNvSpPr>
          <p:nvPr/>
        </p:nvSpPr>
        <p:spPr>
          <a:xfrm>
            <a:off x="7010400" y="5010150"/>
            <a:ext cx="1847850" cy="285750"/>
          </a:xfrm>
          <a:prstGeom prst="roundRect">
            <a:avLst>
              <a:gd name="adj" fmla="val 26667"/>
            </a:avLst>
          </a:prstGeom>
          <a:solidFill>
            <a:srgbClr val="F4F0E7"/>
          </a:solidFill>
          <a:ln w="0">
            <a:noFill/>
          </a:ln>
        </p:spPr>
        <p:txBody>
          <a:bodyPr/>
          <a:lstStyle/>
          <a:p>
            <a:endParaRPr lang="zh-CN" altLang="en-US"/>
          </a:p>
        </p:txBody>
      </p:sp>
      <p:sp>
        <p:nvSpPr>
          <p:cNvPr id="21" name="矩形 20">
            <a:extLst>
              <a:ext uri="{FF2B5EF4-FFF2-40B4-BE49-F238E27FC236}">
                <a16:creationId xmlns:a16="http://schemas.microsoft.com/office/drawing/2014/main" id="{DF821C38-E416-405F-9E04-34C1E452E4FC}"/>
              </a:ext>
            </a:extLst>
          </p:cNvPr>
          <p:cNvSpPr>
            <a:spLocks noGrp="1"/>
          </p:cNvSpPr>
          <p:nvPr/>
        </p:nvSpPr>
        <p:spPr>
          <a:xfrm>
            <a:off x="7124700" y="5057775"/>
            <a:ext cx="1619250" cy="190500"/>
          </a:xfrm>
          <a:prstGeom prst="rect">
            <a:avLst/>
          </a:prstGeom>
          <a:noFill/>
          <a:ln w="0">
            <a:noFill/>
          </a:ln>
        </p:spPr>
        <p:txBody>
          <a:bodyPr anchor="ctr">
            <a:normAutofit fontScale="81667" lnSpcReduction="20000"/>
          </a:bodyPr>
          <a:lstStyle/>
          <a:p>
            <a:pPr>
              <a:defRPr sz="975" b="1">
                <a:solidFill>
                  <a:srgbClr val="17211D"/>
                </a:solidFill>
                <a:latin typeface="Aptos"/>
                <a:ea typeface="Aptos"/>
                <a:cs typeface="Aptos"/>
              </a:defRPr>
            </a:pPr>
            <a:r>
              <a:rPr sz="975" b="1">
                <a:solidFill>
                  <a:srgbClr val="17211D"/>
                </a:solidFill>
                <a:latin typeface="Aptos"/>
                <a:ea typeface="Aptos"/>
                <a:cs typeface="Aptos"/>
              </a:rPr>
              <a:t>Test before production</a:t>
            </a:r>
          </a:p>
        </p:txBody>
      </p:sp>
      <p:sp>
        <p:nvSpPr>
          <p:cNvPr id="22" name="矩形: 圆角 21">
            <a:extLst>
              <a:ext uri="{FF2B5EF4-FFF2-40B4-BE49-F238E27FC236}">
                <a16:creationId xmlns:a16="http://schemas.microsoft.com/office/drawing/2014/main" id="{DE7402B1-24A2-4A20-93E0-3E00F48526D5}"/>
              </a:ext>
            </a:extLst>
          </p:cNvPr>
          <p:cNvSpPr>
            <a:spLocks noGrp="1"/>
          </p:cNvSpPr>
          <p:nvPr/>
        </p:nvSpPr>
        <p:spPr>
          <a:xfrm>
            <a:off x="9144000" y="5010150"/>
            <a:ext cx="1847850" cy="285750"/>
          </a:xfrm>
          <a:prstGeom prst="roundRect">
            <a:avLst>
              <a:gd name="adj" fmla="val 26667"/>
            </a:avLst>
          </a:prstGeom>
          <a:solidFill>
            <a:srgbClr val="F4E1C8"/>
          </a:solidFill>
          <a:ln w="0">
            <a:noFill/>
          </a:ln>
        </p:spPr>
        <p:txBody>
          <a:bodyPr/>
          <a:lstStyle/>
          <a:p>
            <a:endParaRPr lang="zh-CN" altLang="en-US"/>
          </a:p>
        </p:txBody>
      </p:sp>
      <p:sp>
        <p:nvSpPr>
          <p:cNvPr id="23" name="矩形 22">
            <a:extLst>
              <a:ext uri="{FF2B5EF4-FFF2-40B4-BE49-F238E27FC236}">
                <a16:creationId xmlns:a16="http://schemas.microsoft.com/office/drawing/2014/main" id="{E06D1276-6D4B-49AB-8F9A-3D65EF3AE5FE}"/>
              </a:ext>
            </a:extLst>
          </p:cNvPr>
          <p:cNvSpPr>
            <a:spLocks noGrp="1"/>
          </p:cNvSpPr>
          <p:nvPr/>
        </p:nvSpPr>
        <p:spPr>
          <a:xfrm>
            <a:off x="9258300" y="5057775"/>
            <a:ext cx="1619250" cy="190500"/>
          </a:xfrm>
          <a:prstGeom prst="rect">
            <a:avLst/>
          </a:prstGeom>
          <a:noFill/>
          <a:ln w="0">
            <a:noFill/>
          </a:ln>
        </p:spPr>
        <p:txBody>
          <a:bodyPr anchor="ctr">
            <a:normAutofit fontScale="81667" lnSpcReduction="20000"/>
          </a:bodyPr>
          <a:lstStyle/>
          <a:p>
            <a:pPr>
              <a:defRPr sz="975" b="1">
                <a:solidFill>
                  <a:srgbClr val="17211D"/>
                </a:solidFill>
                <a:latin typeface="Aptos"/>
                <a:ea typeface="Aptos"/>
                <a:cs typeface="Aptos"/>
              </a:defRPr>
            </a:pPr>
            <a:r>
              <a:rPr sz="975" b="1">
                <a:solidFill>
                  <a:srgbClr val="17211D"/>
                </a:solidFill>
                <a:latin typeface="Aptos"/>
                <a:ea typeface="Aptos"/>
                <a:cs typeface="Aptos"/>
              </a:rPr>
              <a:t>Performance baseline</a:t>
            </a:r>
          </a:p>
        </p:txBody>
      </p:sp>
      <p:sp>
        <p:nvSpPr>
          <p:cNvPr id="24" name="矩形 23">
            <a:extLst>
              <a:ext uri="{FF2B5EF4-FFF2-40B4-BE49-F238E27FC236}">
                <a16:creationId xmlns:a16="http://schemas.microsoft.com/office/drawing/2014/main" id="{D12F1070-00EB-477F-9CCE-7D0DDCD92452}"/>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Tree>
    <p:extLst>
      <p:ext uri="{BB962C8B-B14F-4D97-AF65-F5344CB8AC3E}">
        <p14:creationId xmlns:p14="http://schemas.microsoft.com/office/powerpoint/2010/main" val="920025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11772665-9A13-4531-B1F3-53A9B295087B}"/>
              </a:ext>
            </a:extLst>
          </p:cNvPr>
          <p:cNvSpPr>
            <a:spLocks noGrp="1"/>
          </p:cNvSpPr>
          <p:nvPr/>
        </p:nvSpPr>
        <p:spPr>
          <a:xfrm>
            <a:off x="609600" y="304800"/>
            <a:ext cx="8763000" cy="228600"/>
          </a:xfrm>
          <a:prstGeom prst="rect">
            <a:avLst/>
          </a:prstGeom>
          <a:noFill/>
          <a:ln w="0">
            <a:noFill/>
          </a:ln>
        </p:spPr>
        <p:txBody>
          <a:bodyPr anchor="t">
            <a:normAutofit fontScale="92308"/>
          </a:bodyPr>
          <a:lstStyle/>
          <a:p>
            <a:pPr>
              <a:defRPr sz="975" b="1">
                <a:solidFill>
                  <a:srgbClr val="667B64"/>
                </a:solidFill>
                <a:latin typeface="Aptos"/>
                <a:ea typeface="Aptos"/>
                <a:cs typeface="Aptos"/>
              </a:defRPr>
            </a:pPr>
            <a:r>
              <a:rPr sz="975" b="1">
                <a:solidFill>
                  <a:srgbClr val="667B64"/>
                </a:solidFill>
                <a:latin typeface="Aptos"/>
                <a:ea typeface="Aptos"/>
                <a:cs typeface="Aptos"/>
              </a:rPr>
              <a:t>RISKS AND MENTOR FEEDBACK</a:t>
            </a:r>
          </a:p>
        </p:txBody>
      </p:sp>
      <p:sp>
        <p:nvSpPr>
          <p:cNvPr id="2" name="矩形 1">
            <a:extLst>
              <a:ext uri="{FF2B5EF4-FFF2-40B4-BE49-F238E27FC236}">
                <a16:creationId xmlns:a16="http://schemas.microsoft.com/office/drawing/2014/main" id="{8BED1073-508D-49E0-994C-E9E1C52311F8}"/>
              </a:ext>
            </a:extLst>
          </p:cNvPr>
          <p:cNvSpPr>
            <a:spLocks noGrp="1"/>
          </p:cNvSpPr>
          <p:nvPr/>
        </p:nvSpPr>
        <p:spPr>
          <a:xfrm>
            <a:off x="609600" y="590550"/>
            <a:ext cx="10572750" cy="523875"/>
          </a:xfrm>
          <a:prstGeom prst="rect">
            <a:avLst/>
          </a:prstGeom>
          <a:noFill/>
          <a:ln w="0">
            <a:noFill/>
          </a:ln>
        </p:spPr>
        <p:txBody>
          <a:bodyPr anchor="t">
            <a:normAutofit/>
          </a:bodyPr>
          <a:lstStyle/>
          <a:p>
            <a:pPr>
              <a:defRPr sz="2700" b="1">
                <a:solidFill>
                  <a:srgbClr val="17211D"/>
                </a:solidFill>
                <a:latin typeface="Aptos"/>
                <a:ea typeface="Aptos"/>
                <a:cs typeface="Aptos"/>
              </a:defRPr>
            </a:pPr>
            <a:r>
              <a:rPr sz="2700" b="1">
                <a:solidFill>
                  <a:srgbClr val="17211D"/>
                </a:solidFill>
                <a:latin typeface="Aptos"/>
                <a:ea typeface="Aptos"/>
                <a:cs typeface="Aptos"/>
              </a:rPr>
              <a:t>Validation determines what reaches the final release</a:t>
            </a:r>
          </a:p>
        </p:txBody>
      </p:sp>
      <p:sp>
        <p:nvSpPr>
          <p:cNvPr id="3" name="矩形 2">
            <a:extLst>
              <a:ext uri="{FF2B5EF4-FFF2-40B4-BE49-F238E27FC236}">
                <a16:creationId xmlns:a16="http://schemas.microsoft.com/office/drawing/2014/main" id="{F3083D72-8DE0-4798-87C2-5154FA62B37D}"/>
              </a:ext>
            </a:extLst>
          </p:cNvPr>
          <p:cNvSpPr>
            <a:spLocks noGrp="1"/>
          </p:cNvSpPr>
          <p:nvPr/>
        </p:nvSpPr>
        <p:spPr>
          <a:xfrm>
            <a:off x="11239500" y="381000"/>
            <a:ext cx="381000" cy="228600"/>
          </a:xfrm>
          <a:prstGeom prst="rect">
            <a:avLst/>
          </a:prstGeom>
          <a:noFill/>
          <a:ln w="0">
            <a:noFill/>
          </a:ln>
        </p:spPr>
        <p:txBody>
          <a:bodyPr anchor="t">
            <a:normAutofit fontScale="92308"/>
          </a:bodyPr>
          <a:lstStyle/>
          <a:p>
            <a:pPr>
              <a:defRPr sz="975" b="1">
                <a:solidFill>
                  <a:srgbClr val="66706B"/>
                </a:solidFill>
                <a:latin typeface="Aptos"/>
                <a:ea typeface="Aptos"/>
                <a:cs typeface="Aptos"/>
              </a:defRPr>
            </a:pPr>
            <a:r>
              <a:rPr sz="975" b="1">
                <a:solidFill>
                  <a:srgbClr val="66706B"/>
                </a:solidFill>
                <a:latin typeface="Aptos"/>
                <a:ea typeface="Aptos"/>
                <a:cs typeface="Aptos"/>
              </a:rPr>
              <a:t>14</a:t>
            </a:r>
          </a:p>
        </p:txBody>
      </p:sp>
      <p:sp>
        <p:nvSpPr>
          <p:cNvPr id="4" name="矩形 3">
            <a:extLst>
              <a:ext uri="{FF2B5EF4-FFF2-40B4-BE49-F238E27FC236}">
                <a16:creationId xmlns:a16="http://schemas.microsoft.com/office/drawing/2014/main" id="{809DEEA3-4B84-4548-807E-7B70BE8B7F3A}"/>
              </a:ext>
            </a:extLst>
          </p:cNvPr>
          <p:cNvSpPr>
            <a:spLocks noGrp="1"/>
          </p:cNvSpPr>
          <p:nvPr/>
        </p:nvSpPr>
        <p:spPr>
          <a:xfrm>
            <a:off x="609600" y="1504950"/>
            <a:ext cx="2381250" cy="285750"/>
          </a:xfrm>
          <a:prstGeom prst="rect">
            <a:avLst/>
          </a:prstGeom>
          <a:noFill/>
          <a:ln w="0">
            <a:noFill/>
          </a:ln>
        </p:spPr>
        <p:txBody>
          <a:bodyPr anchor="t">
            <a:normAutofit fontScale="94444" lnSpcReduction="10000"/>
          </a:bodyPr>
          <a:lstStyle/>
          <a:p>
            <a:pPr>
              <a:defRPr sz="1350" b="1">
                <a:solidFill>
                  <a:srgbClr val="667B64"/>
                </a:solidFill>
                <a:latin typeface="Aptos"/>
                <a:ea typeface="Aptos"/>
                <a:cs typeface="Aptos"/>
              </a:defRPr>
            </a:pPr>
            <a:r>
              <a:rPr sz="1350" b="1">
                <a:solidFill>
                  <a:srgbClr val="667B64"/>
                </a:solidFill>
                <a:latin typeface="Aptos"/>
                <a:ea typeface="Aptos"/>
                <a:cs typeface="Aptos"/>
              </a:rPr>
              <a:t>Recommendation trust</a:t>
            </a:r>
          </a:p>
        </p:txBody>
      </p:sp>
      <p:sp>
        <p:nvSpPr>
          <p:cNvPr id="5" name="矩形 4">
            <a:extLst>
              <a:ext uri="{FF2B5EF4-FFF2-40B4-BE49-F238E27FC236}">
                <a16:creationId xmlns:a16="http://schemas.microsoft.com/office/drawing/2014/main" id="{09D397F6-7109-431A-B73A-A1CE4736D118}"/>
              </a:ext>
            </a:extLst>
          </p:cNvPr>
          <p:cNvSpPr>
            <a:spLocks noGrp="1"/>
          </p:cNvSpPr>
          <p:nvPr/>
        </p:nvSpPr>
        <p:spPr>
          <a:xfrm>
            <a:off x="3105150" y="1504950"/>
            <a:ext cx="3190875" cy="419100"/>
          </a:xfrm>
          <a:prstGeom prst="rect">
            <a:avLst/>
          </a:prstGeom>
          <a:noFill/>
          <a:ln w="0">
            <a:noFill/>
          </a:ln>
        </p:spPr>
        <p:txBody>
          <a:bodyPr anchor="t">
            <a:normAutofit/>
          </a:bodyPr>
          <a:lstStyle/>
          <a:p>
            <a:pPr>
              <a:defRPr sz="1275" b="0">
                <a:solidFill>
                  <a:srgbClr val="17211D"/>
                </a:solidFill>
                <a:latin typeface="Aptos"/>
                <a:ea typeface="Aptos"/>
                <a:cs typeface="Aptos"/>
              </a:defRPr>
            </a:pPr>
            <a:r>
              <a:rPr sz="1275" b="0">
                <a:solidFill>
                  <a:srgbClr val="17211D"/>
                </a:solidFill>
                <a:latin typeface="Aptos"/>
                <a:ea typeface="Aptos"/>
                <a:cs typeface="Aptos"/>
              </a:rPr>
              <a:t>Wrong or unexplained advice</a:t>
            </a:r>
          </a:p>
        </p:txBody>
      </p:sp>
      <p:sp>
        <p:nvSpPr>
          <p:cNvPr id="6" name="矩形 5">
            <a:extLst>
              <a:ext uri="{FF2B5EF4-FFF2-40B4-BE49-F238E27FC236}">
                <a16:creationId xmlns:a16="http://schemas.microsoft.com/office/drawing/2014/main" id="{51565385-4E76-45BA-BB62-8C8FA8BE639E}"/>
              </a:ext>
            </a:extLst>
          </p:cNvPr>
          <p:cNvSpPr>
            <a:spLocks noGrp="1"/>
          </p:cNvSpPr>
          <p:nvPr/>
        </p:nvSpPr>
        <p:spPr>
          <a:xfrm>
            <a:off x="6572250" y="1504950"/>
            <a:ext cx="4572000" cy="41910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Show evidence, confidence and dismiss control</a:t>
            </a:r>
          </a:p>
        </p:txBody>
      </p:sp>
      <p:sp>
        <p:nvSpPr>
          <p:cNvPr id="7" name="矩形 6">
            <a:extLst>
              <a:ext uri="{FF2B5EF4-FFF2-40B4-BE49-F238E27FC236}">
                <a16:creationId xmlns:a16="http://schemas.microsoft.com/office/drawing/2014/main" id="{A6229E36-AC36-448D-9163-A2FAC410E6F6}"/>
              </a:ext>
            </a:extLst>
          </p:cNvPr>
          <p:cNvSpPr>
            <a:spLocks noGrp="1"/>
          </p:cNvSpPr>
          <p:nvPr/>
        </p:nvSpPr>
        <p:spPr>
          <a:xfrm>
            <a:off x="609600" y="2057400"/>
            <a:ext cx="10477500" cy="9525"/>
          </a:xfrm>
          <a:prstGeom prst="rect">
            <a:avLst/>
          </a:prstGeom>
          <a:solidFill>
            <a:srgbClr val="D7D8D1"/>
          </a:solidFill>
          <a:ln w="0">
            <a:noFill/>
          </a:ln>
        </p:spPr>
        <p:txBody>
          <a:bodyPr/>
          <a:lstStyle/>
          <a:p>
            <a:endParaRPr lang="zh-CN" altLang="en-US"/>
          </a:p>
        </p:txBody>
      </p:sp>
      <p:sp>
        <p:nvSpPr>
          <p:cNvPr id="8" name="矩形 7">
            <a:extLst>
              <a:ext uri="{FF2B5EF4-FFF2-40B4-BE49-F238E27FC236}">
                <a16:creationId xmlns:a16="http://schemas.microsoft.com/office/drawing/2014/main" id="{C68368CC-C388-4416-BC1F-9B975487200C}"/>
              </a:ext>
            </a:extLst>
          </p:cNvPr>
          <p:cNvSpPr>
            <a:spLocks noGrp="1"/>
          </p:cNvSpPr>
          <p:nvPr/>
        </p:nvSpPr>
        <p:spPr>
          <a:xfrm>
            <a:off x="609600" y="2343150"/>
            <a:ext cx="2381250" cy="285750"/>
          </a:xfrm>
          <a:prstGeom prst="rect">
            <a:avLst/>
          </a:prstGeom>
          <a:noFill/>
          <a:ln w="0">
            <a:noFill/>
          </a:ln>
        </p:spPr>
        <p:txBody>
          <a:bodyPr anchor="t">
            <a:normAutofit fontScale="94444" lnSpcReduction="10000"/>
          </a:bodyPr>
          <a:lstStyle/>
          <a:p>
            <a:pPr>
              <a:defRPr sz="1350" b="1">
                <a:solidFill>
                  <a:srgbClr val="667B64"/>
                </a:solidFill>
                <a:latin typeface="Aptos"/>
                <a:ea typeface="Aptos"/>
                <a:cs typeface="Aptos"/>
              </a:defRPr>
            </a:pPr>
            <a:r>
              <a:rPr sz="1350" b="1">
                <a:solidFill>
                  <a:srgbClr val="667B64"/>
                </a:solidFill>
                <a:latin typeface="Aptos"/>
                <a:ea typeface="Aptos"/>
                <a:cs typeface="Aptos"/>
              </a:rPr>
              <a:t>Metric credibility</a:t>
            </a:r>
          </a:p>
        </p:txBody>
      </p:sp>
      <p:sp>
        <p:nvSpPr>
          <p:cNvPr id="9" name="矩形 8">
            <a:extLst>
              <a:ext uri="{FF2B5EF4-FFF2-40B4-BE49-F238E27FC236}">
                <a16:creationId xmlns:a16="http://schemas.microsoft.com/office/drawing/2014/main" id="{9797C6F3-1A59-4EE2-93F9-678EC071BDEA}"/>
              </a:ext>
            </a:extLst>
          </p:cNvPr>
          <p:cNvSpPr>
            <a:spLocks noGrp="1"/>
          </p:cNvSpPr>
          <p:nvPr/>
        </p:nvSpPr>
        <p:spPr>
          <a:xfrm>
            <a:off x="3105150" y="2343150"/>
            <a:ext cx="3190875" cy="419100"/>
          </a:xfrm>
          <a:prstGeom prst="rect">
            <a:avLst/>
          </a:prstGeom>
          <a:noFill/>
          <a:ln w="0">
            <a:noFill/>
          </a:ln>
        </p:spPr>
        <p:txBody>
          <a:bodyPr anchor="t">
            <a:normAutofit/>
          </a:bodyPr>
          <a:lstStyle/>
          <a:p>
            <a:pPr>
              <a:defRPr sz="1275" b="0">
                <a:solidFill>
                  <a:srgbClr val="17211D"/>
                </a:solidFill>
                <a:latin typeface="Aptos"/>
                <a:ea typeface="Aptos"/>
                <a:cs typeface="Aptos"/>
              </a:defRPr>
            </a:pPr>
            <a:r>
              <a:rPr sz="1275" b="0">
                <a:solidFill>
                  <a:srgbClr val="17211D"/>
                </a:solidFill>
                <a:latin typeface="Aptos"/>
                <a:ea typeface="Aptos"/>
                <a:cs typeface="Aptos"/>
              </a:rPr>
              <a:t>Estimated savings appear exact</a:t>
            </a:r>
          </a:p>
        </p:txBody>
      </p:sp>
      <p:sp>
        <p:nvSpPr>
          <p:cNvPr id="10" name="矩形 9">
            <a:extLst>
              <a:ext uri="{FF2B5EF4-FFF2-40B4-BE49-F238E27FC236}">
                <a16:creationId xmlns:a16="http://schemas.microsoft.com/office/drawing/2014/main" id="{1E72EB1E-AF5C-4B74-9972-2DC921E74EA4}"/>
              </a:ext>
            </a:extLst>
          </p:cNvPr>
          <p:cNvSpPr>
            <a:spLocks noGrp="1"/>
          </p:cNvSpPr>
          <p:nvPr/>
        </p:nvSpPr>
        <p:spPr>
          <a:xfrm>
            <a:off x="6572250" y="2343150"/>
            <a:ext cx="4572000" cy="41910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Label estimate and publish the calculation definition</a:t>
            </a:r>
          </a:p>
        </p:txBody>
      </p:sp>
      <p:sp>
        <p:nvSpPr>
          <p:cNvPr id="11" name="矩形 10">
            <a:extLst>
              <a:ext uri="{FF2B5EF4-FFF2-40B4-BE49-F238E27FC236}">
                <a16:creationId xmlns:a16="http://schemas.microsoft.com/office/drawing/2014/main" id="{13A39A48-F05F-45E9-8137-31F8F12B8359}"/>
              </a:ext>
            </a:extLst>
          </p:cNvPr>
          <p:cNvSpPr>
            <a:spLocks noGrp="1"/>
          </p:cNvSpPr>
          <p:nvPr/>
        </p:nvSpPr>
        <p:spPr>
          <a:xfrm>
            <a:off x="609600" y="2895600"/>
            <a:ext cx="10477500" cy="9525"/>
          </a:xfrm>
          <a:prstGeom prst="rect">
            <a:avLst/>
          </a:prstGeom>
          <a:solidFill>
            <a:srgbClr val="D7D8D1"/>
          </a:solidFill>
          <a:ln w="0">
            <a:noFill/>
          </a:ln>
        </p:spPr>
        <p:txBody>
          <a:bodyPr/>
          <a:lstStyle/>
          <a:p>
            <a:endParaRPr lang="zh-CN" altLang="en-US"/>
          </a:p>
        </p:txBody>
      </p:sp>
      <p:sp>
        <p:nvSpPr>
          <p:cNvPr id="12" name="矩形 11">
            <a:extLst>
              <a:ext uri="{FF2B5EF4-FFF2-40B4-BE49-F238E27FC236}">
                <a16:creationId xmlns:a16="http://schemas.microsoft.com/office/drawing/2014/main" id="{841F7D21-F0A2-40C7-8745-4C2DB01BE384}"/>
              </a:ext>
            </a:extLst>
          </p:cNvPr>
          <p:cNvSpPr>
            <a:spLocks noGrp="1"/>
          </p:cNvSpPr>
          <p:nvPr/>
        </p:nvSpPr>
        <p:spPr>
          <a:xfrm>
            <a:off x="609600" y="3181350"/>
            <a:ext cx="2381250" cy="285750"/>
          </a:xfrm>
          <a:prstGeom prst="rect">
            <a:avLst/>
          </a:prstGeom>
          <a:noFill/>
          <a:ln w="0">
            <a:noFill/>
          </a:ln>
        </p:spPr>
        <p:txBody>
          <a:bodyPr anchor="t">
            <a:normAutofit fontScale="94444" lnSpcReduction="10000"/>
          </a:bodyPr>
          <a:lstStyle/>
          <a:p>
            <a:pPr>
              <a:defRPr sz="1350" b="1">
                <a:solidFill>
                  <a:srgbClr val="667B64"/>
                </a:solidFill>
                <a:latin typeface="Aptos"/>
                <a:ea typeface="Aptos"/>
                <a:cs typeface="Aptos"/>
              </a:defRPr>
            </a:pPr>
            <a:r>
              <a:rPr sz="1350" b="1">
                <a:solidFill>
                  <a:srgbClr val="667B64"/>
                </a:solidFill>
                <a:latin typeface="Aptos"/>
                <a:ea typeface="Aptos"/>
                <a:cs typeface="Aptos"/>
              </a:rPr>
              <a:t>Performance</a:t>
            </a:r>
          </a:p>
        </p:txBody>
      </p:sp>
      <p:sp>
        <p:nvSpPr>
          <p:cNvPr id="13" name="矩形 12">
            <a:extLst>
              <a:ext uri="{FF2B5EF4-FFF2-40B4-BE49-F238E27FC236}">
                <a16:creationId xmlns:a16="http://schemas.microsoft.com/office/drawing/2014/main" id="{17522757-CBEC-4A96-A23B-9306C31740F0}"/>
              </a:ext>
            </a:extLst>
          </p:cNvPr>
          <p:cNvSpPr>
            <a:spLocks noGrp="1"/>
          </p:cNvSpPr>
          <p:nvPr/>
        </p:nvSpPr>
        <p:spPr>
          <a:xfrm>
            <a:off x="3105150" y="3181350"/>
            <a:ext cx="3190875" cy="419100"/>
          </a:xfrm>
          <a:prstGeom prst="rect">
            <a:avLst/>
          </a:prstGeom>
          <a:noFill/>
          <a:ln w="0">
            <a:noFill/>
          </a:ln>
        </p:spPr>
        <p:txBody>
          <a:bodyPr anchor="t">
            <a:normAutofit/>
          </a:bodyPr>
          <a:lstStyle/>
          <a:p>
            <a:pPr>
              <a:defRPr sz="1275" b="0">
                <a:solidFill>
                  <a:srgbClr val="17211D"/>
                </a:solidFill>
                <a:latin typeface="Aptos"/>
                <a:ea typeface="Aptos"/>
                <a:cs typeface="Aptos"/>
              </a:defRPr>
            </a:pPr>
            <a:r>
              <a:rPr sz="1275" b="0">
                <a:solidFill>
                  <a:srgbClr val="17211D"/>
                </a:solidFill>
                <a:latin typeface="Aptos"/>
                <a:ea typeface="Aptos"/>
                <a:cs typeface="Aptos"/>
              </a:rPr>
              <a:t>History and reporting slow the app</a:t>
            </a:r>
          </a:p>
        </p:txBody>
      </p:sp>
      <p:sp>
        <p:nvSpPr>
          <p:cNvPr id="14" name="矩形 13">
            <a:extLst>
              <a:ext uri="{FF2B5EF4-FFF2-40B4-BE49-F238E27FC236}">
                <a16:creationId xmlns:a16="http://schemas.microsoft.com/office/drawing/2014/main" id="{4E783206-36EB-4BF0-9485-1D368EB52376}"/>
              </a:ext>
            </a:extLst>
          </p:cNvPr>
          <p:cNvSpPr>
            <a:spLocks noGrp="1"/>
          </p:cNvSpPr>
          <p:nvPr/>
        </p:nvSpPr>
        <p:spPr>
          <a:xfrm>
            <a:off x="6572250" y="3181350"/>
            <a:ext cx="4572000" cy="41910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Baseline p95 and test realistic inventories</a:t>
            </a:r>
          </a:p>
        </p:txBody>
      </p:sp>
      <p:sp>
        <p:nvSpPr>
          <p:cNvPr id="15" name="矩形 14">
            <a:extLst>
              <a:ext uri="{FF2B5EF4-FFF2-40B4-BE49-F238E27FC236}">
                <a16:creationId xmlns:a16="http://schemas.microsoft.com/office/drawing/2014/main" id="{1E8FB1D8-06CD-4B9C-BF56-333542521230}"/>
              </a:ext>
            </a:extLst>
          </p:cNvPr>
          <p:cNvSpPr>
            <a:spLocks noGrp="1"/>
          </p:cNvSpPr>
          <p:nvPr/>
        </p:nvSpPr>
        <p:spPr>
          <a:xfrm>
            <a:off x="609600" y="3733800"/>
            <a:ext cx="10477500" cy="9525"/>
          </a:xfrm>
          <a:prstGeom prst="rect">
            <a:avLst/>
          </a:prstGeom>
          <a:solidFill>
            <a:srgbClr val="D7D8D1"/>
          </a:solidFill>
          <a:ln w="0">
            <a:noFill/>
          </a:ln>
        </p:spPr>
        <p:txBody>
          <a:bodyPr/>
          <a:lstStyle/>
          <a:p>
            <a:endParaRPr lang="zh-CN" altLang="en-US"/>
          </a:p>
        </p:txBody>
      </p:sp>
      <p:sp>
        <p:nvSpPr>
          <p:cNvPr id="16" name="矩形 15">
            <a:extLst>
              <a:ext uri="{FF2B5EF4-FFF2-40B4-BE49-F238E27FC236}">
                <a16:creationId xmlns:a16="http://schemas.microsoft.com/office/drawing/2014/main" id="{4A816ED7-85D3-4A9D-B69B-F30A557422B3}"/>
              </a:ext>
            </a:extLst>
          </p:cNvPr>
          <p:cNvSpPr>
            <a:spLocks noGrp="1"/>
          </p:cNvSpPr>
          <p:nvPr/>
        </p:nvSpPr>
        <p:spPr>
          <a:xfrm>
            <a:off x="609600" y="4019550"/>
            <a:ext cx="2381250" cy="285750"/>
          </a:xfrm>
          <a:prstGeom prst="rect">
            <a:avLst/>
          </a:prstGeom>
          <a:noFill/>
          <a:ln w="0">
            <a:noFill/>
          </a:ln>
        </p:spPr>
        <p:txBody>
          <a:bodyPr anchor="t">
            <a:normAutofit fontScale="94444" lnSpcReduction="10000"/>
          </a:bodyPr>
          <a:lstStyle/>
          <a:p>
            <a:pPr>
              <a:defRPr sz="1350" b="1">
                <a:solidFill>
                  <a:srgbClr val="667B64"/>
                </a:solidFill>
                <a:latin typeface="Aptos"/>
                <a:ea typeface="Aptos"/>
                <a:cs typeface="Aptos"/>
              </a:defRPr>
            </a:pPr>
            <a:r>
              <a:rPr sz="1350" b="1">
                <a:solidFill>
                  <a:srgbClr val="667B64"/>
                </a:solidFill>
                <a:latin typeface="Aptos"/>
                <a:ea typeface="Aptos"/>
                <a:cs typeface="Aptos"/>
              </a:rPr>
              <a:t>QR security</a:t>
            </a:r>
          </a:p>
        </p:txBody>
      </p:sp>
      <p:sp>
        <p:nvSpPr>
          <p:cNvPr id="17" name="矩形 16">
            <a:extLst>
              <a:ext uri="{FF2B5EF4-FFF2-40B4-BE49-F238E27FC236}">
                <a16:creationId xmlns:a16="http://schemas.microsoft.com/office/drawing/2014/main" id="{BC8A0852-9317-4876-AB82-268361CD7645}"/>
              </a:ext>
            </a:extLst>
          </p:cNvPr>
          <p:cNvSpPr>
            <a:spLocks noGrp="1"/>
          </p:cNvSpPr>
          <p:nvPr/>
        </p:nvSpPr>
        <p:spPr>
          <a:xfrm>
            <a:off x="3105150" y="4019550"/>
            <a:ext cx="3190875" cy="419100"/>
          </a:xfrm>
          <a:prstGeom prst="rect">
            <a:avLst/>
          </a:prstGeom>
          <a:noFill/>
          <a:ln w="0">
            <a:noFill/>
          </a:ln>
        </p:spPr>
        <p:txBody>
          <a:bodyPr anchor="t">
            <a:normAutofit/>
          </a:bodyPr>
          <a:lstStyle/>
          <a:p>
            <a:pPr>
              <a:defRPr sz="1275" b="0">
                <a:solidFill>
                  <a:srgbClr val="17211D"/>
                </a:solidFill>
                <a:latin typeface="Aptos"/>
                <a:ea typeface="Aptos"/>
                <a:cs typeface="Aptos"/>
              </a:defRPr>
            </a:pPr>
            <a:r>
              <a:rPr sz="1275" b="0">
                <a:solidFill>
                  <a:srgbClr val="17211D"/>
                </a:solidFill>
                <a:latin typeface="Aptos"/>
                <a:ea typeface="Aptos"/>
                <a:cs typeface="Aptos"/>
              </a:rPr>
              <a:t>Unsafe or malformed payload</a:t>
            </a:r>
          </a:p>
        </p:txBody>
      </p:sp>
      <p:sp>
        <p:nvSpPr>
          <p:cNvPr id="18" name="矩形 17">
            <a:extLst>
              <a:ext uri="{FF2B5EF4-FFF2-40B4-BE49-F238E27FC236}">
                <a16:creationId xmlns:a16="http://schemas.microsoft.com/office/drawing/2014/main" id="{3B04927C-A373-459E-BF99-585E37EA7F7E}"/>
              </a:ext>
            </a:extLst>
          </p:cNvPr>
          <p:cNvSpPr>
            <a:spLocks noGrp="1"/>
          </p:cNvSpPr>
          <p:nvPr/>
        </p:nvSpPr>
        <p:spPr>
          <a:xfrm>
            <a:off x="6572250" y="4019550"/>
            <a:ext cx="4572000" cy="419100"/>
          </a:xfrm>
          <a:prstGeom prst="rect">
            <a:avLst/>
          </a:prstGeom>
          <a:noFill/>
          <a:ln w="0">
            <a:noFill/>
          </a:ln>
        </p:spPr>
        <p:txBody>
          <a:bodyPr anchor="t">
            <a:normAutofit/>
          </a:bodyPr>
          <a:lstStyle/>
          <a:p>
            <a:pPr>
              <a:defRPr sz="1275" b="0">
                <a:solidFill>
                  <a:srgbClr val="66706B"/>
                </a:solidFill>
                <a:latin typeface="Aptos"/>
                <a:ea typeface="Aptos"/>
                <a:cs typeface="Aptos"/>
              </a:defRPr>
            </a:pPr>
            <a:r>
              <a:rPr sz="1275" b="0">
                <a:solidFill>
                  <a:srgbClr val="66706B"/>
                </a:solidFill>
                <a:latin typeface="Aptos"/>
                <a:ea typeface="Aptos"/>
                <a:cs typeface="Aptos"/>
              </a:rPr>
              <a:t>Allowlist formats and confirm before save</a:t>
            </a:r>
          </a:p>
        </p:txBody>
      </p:sp>
      <p:sp>
        <p:nvSpPr>
          <p:cNvPr id="19" name="矩形 18">
            <a:extLst>
              <a:ext uri="{FF2B5EF4-FFF2-40B4-BE49-F238E27FC236}">
                <a16:creationId xmlns:a16="http://schemas.microsoft.com/office/drawing/2014/main" id="{D74B99F9-2ED4-4D7C-8B3D-262177FFA2A4}"/>
              </a:ext>
            </a:extLst>
          </p:cNvPr>
          <p:cNvSpPr>
            <a:spLocks noGrp="1"/>
          </p:cNvSpPr>
          <p:nvPr/>
        </p:nvSpPr>
        <p:spPr>
          <a:xfrm>
            <a:off x="609600" y="4572000"/>
            <a:ext cx="10477500" cy="9525"/>
          </a:xfrm>
          <a:prstGeom prst="rect">
            <a:avLst/>
          </a:prstGeom>
          <a:solidFill>
            <a:srgbClr val="D7D8D1"/>
          </a:solidFill>
          <a:ln w="0">
            <a:noFill/>
          </a:ln>
        </p:spPr>
        <p:txBody>
          <a:bodyPr/>
          <a:lstStyle/>
          <a:p>
            <a:endParaRPr lang="zh-CN" altLang="en-US"/>
          </a:p>
        </p:txBody>
      </p:sp>
      <p:sp>
        <p:nvSpPr>
          <p:cNvPr id="20" name="矩形: 圆角 19">
            <a:extLst>
              <a:ext uri="{FF2B5EF4-FFF2-40B4-BE49-F238E27FC236}">
                <a16:creationId xmlns:a16="http://schemas.microsoft.com/office/drawing/2014/main" id="{7CF94089-E55C-4096-A697-E4BC31F2DD74}"/>
              </a:ext>
            </a:extLst>
          </p:cNvPr>
          <p:cNvSpPr>
            <a:spLocks noGrp="1"/>
          </p:cNvSpPr>
          <p:nvPr/>
        </p:nvSpPr>
        <p:spPr>
          <a:xfrm>
            <a:off x="609600" y="4953000"/>
            <a:ext cx="10668000" cy="1066800"/>
          </a:xfrm>
          <a:prstGeom prst="roundRect">
            <a:avLst>
              <a:gd name="adj" fmla="val 7143"/>
            </a:avLst>
          </a:prstGeom>
          <a:solidFill>
            <a:srgbClr val="667B64"/>
          </a:solidFill>
          <a:ln w="0">
            <a:noFill/>
          </a:ln>
        </p:spPr>
        <p:txBody>
          <a:bodyPr/>
          <a:lstStyle/>
          <a:p>
            <a:endParaRPr lang="zh-CN" altLang="en-US"/>
          </a:p>
        </p:txBody>
      </p:sp>
      <p:sp>
        <p:nvSpPr>
          <p:cNvPr id="21" name="矩形 20">
            <a:extLst>
              <a:ext uri="{FF2B5EF4-FFF2-40B4-BE49-F238E27FC236}">
                <a16:creationId xmlns:a16="http://schemas.microsoft.com/office/drawing/2014/main" id="{20C88DC0-E6B7-400D-940E-C684DE8202D5}"/>
              </a:ext>
            </a:extLst>
          </p:cNvPr>
          <p:cNvSpPr>
            <a:spLocks noGrp="1"/>
          </p:cNvSpPr>
          <p:nvPr/>
        </p:nvSpPr>
        <p:spPr>
          <a:xfrm>
            <a:off x="838200" y="5162550"/>
            <a:ext cx="1905000" cy="247650"/>
          </a:xfrm>
          <a:prstGeom prst="rect">
            <a:avLst/>
          </a:prstGeom>
          <a:noFill/>
          <a:ln w="0">
            <a:noFill/>
          </a:ln>
        </p:spPr>
        <p:txBody>
          <a:bodyPr anchor="t">
            <a:normAutofit fontScale="92917" lnSpcReduction="10000"/>
          </a:bodyPr>
          <a:lstStyle/>
          <a:p>
            <a:pPr>
              <a:defRPr sz="1200" b="1">
                <a:solidFill>
                  <a:srgbClr val="FFFFFF"/>
                </a:solidFill>
                <a:latin typeface="Aptos"/>
                <a:ea typeface="Aptos"/>
                <a:cs typeface="Aptos"/>
              </a:defRPr>
            </a:pPr>
            <a:r>
              <a:rPr sz="1200" b="1">
                <a:solidFill>
                  <a:srgbClr val="FFFFFF"/>
                </a:solidFill>
                <a:latin typeface="Aptos"/>
                <a:ea typeface="Aptos"/>
                <a:cs typeface="Aptos"/>
              </a:rPr>
              <a:t>Mentor questions</a:t>
            </a:r>
          </a:p>
        </p:txBody>
      </p:sp>
      <p:sp>
        <p:nvSpPr>
          <p:cNvPr id="22" name="矩形 21">
            <a:extLst>
              <a:ext uri="{FF2B5EF4-FFF2-40B4-BE49-F238E27FC236}">
                <a16:creationId xmlns:a16="http://schemas.microsoft.com/office/drawing/2014/main" id="{DDC69AD7-2328-4209-A92F-404C0D920F6C}"/>
              </a:ext>
            </a:extLst>
          </p:cNvPr>
          <p:cNvSpPr>
            <a:spLocks noGrp="1"/>
          </p:cNvSpPr>
          <p:nvPr/>
        </p:nvSpPr>
        <p:spPr>
          <a:xfrm>
            <a:off x="838200" y="5505450"/>
            <a:ext cx="9982200" cy="381000"/>
          </a:xfrm>
          <a:prstGeom prst="rect">
            <a:avLst/>
          </a:prstGeom>
          <a:noFill/>
          <a:ln w="0">
            <a:noFill/>
          </a:ln>
        </p:spPr>
        <p:txBody>
          <a:bodyPr anchor="t">
            <a:normAutofit fontScale="80897" lnSpcReduction="20000"/>
          </a:bodyPr>
          <a:lstStyle/>
          <a:p>
            <a:pPr>
              <a:defRPr sz="1350" b="0">
                <a:solidFill>
                  <a:srgbClr val="FFFFFF"/>
                </a:solidFill>
                <a:latin typeface="Aptos"/>
                <a:ea typeface="Aptos"/>
                <a:cs typeface="Aptos"/>
              </a:defRPr>
            </a:pPr>
            <a:r>
              <a:rPr sz="1350" b="0">
                <a:solidFill>
                  <a:srgbClr val="FFFFFF"/>
                </a:solidFill>
                <a:latin typeface="Aptos"/>
                <a:ea typeface="Aptos"/>
                <a:cs typeface="Aptos"/>
              </a:rPr>
              <a:t>Are our shopping explanations sufficient for user trust?   Which report measure best demonstrates value without overstating impact?   Is the QR spike appropriately bounded?</a:t>
            </a:r>
          </a:p>
        </p:txBody>
      </p:sp>
      <p:sp>
        <p:nvSpPr>
          <p:cNvPr id="23" name="矩形 22">
            <a:extLst>
              <a:ext uri="{FF2B5EF4-FFF2-40B4-BE49-F238E27FC236}">
                <a16:creationId xmlns:a16="http://schemas.microsoft.com/office/drawing/2014/main" id="{B063CEC4-EFCC-4482-B9C4-F0EB5F515A8B}"/>
              </a:ext>
            </a:extLst>
          </p:cNvPr>
          <p:cNvSpPr>
            <a:spLocks noGrp="1"/>
          </p:cNvSpPr>
          <p:nvPr/>
        </p:nvSpPr>
        <p:spPr>
          <a:xfrm>
            <a:off x="609600" y="6496050"/>
            <a:ext cx="10972800" cy="9525"/>
          </a:xfrm>
          <a:prstGeom prst="rect">
            <a:avLst/>
          </a:prstGeom>
          <a:solidFill>
            <a:srgbClr val="D7D8D1"/>
          </a:solidFill>
          <a:ln w="0">
            <a:noFill/>
          </a:ln>
        </p:spPr>
        <p:txBody>
          <a:bodyPr/>
          <a:lstStyle/>
          <a:p>
            <a:endParaRPr lang="zh-CN" altLang="en-US"/>
          </a:p>
        </p:txBody>
      </p:sp>
      <p:sp>
        <p:nvSpPr>
          <p:cNvPr id="24" name="矩形 23">
            <a:extLst>
              <a:ext uri="{FF2B5EF4-FFF2-40B4-BE49-F238E27FC236}">
                <a16:creationId xmlns:a16="http://schemas.microsoft.com/office/drawing/2014/main" id="{0A301ECF-FB3A-48AC-8C2F-3AD63E18CFDB}"/>
              </a:ext>
            </a:extLst>
          </p:cNvPr>
          <p:cNvSpPr>
            <a:spLocks noGrp="1"/>
          </p:cNvSpPr>
          <p:nvPr/>
        </p:nvSpPr>
        <p:spPr>
          <a:xfrm>
            <a:off x="9429750" y="6553200"/>
            <a:ext cx="2152650" cy="190500"/>
          </a:xfrm>
          <a:prstGeom prst="rect">
            <a:avLst/>
          </a:prstGeom>
          <a:noFill/>
          <a:ln w="0">
            <a:noFill/>
          </a:ln>
        </p:spPr>
        <p:txBody>
          <a:bodyPr anchor="t">
            <a:normAutofit fontScale="89987" lnSpcReduction="10000"/>
          </a:bodyPr>
          <a:lstStyle/>
          <a:p>
            <a:pPr>
              <a:defRPr sz="788" b="0">
                <a:solidFill>
                  <a:srgbClr val="66706B"/>
                </a:solidFill>
                <a:latin typeface="Aptos"/>
                <a:ea typeface="Aptos"/>
                <a:cs typeface="Aptos"/>
              </a:defRPr>
            </a:pPr>
            <a:r>
              <a:rPr sz="788" b="0">
                <a:solidFill>
                  <a:srgbClr val="66706B"/>
                </a:solidFill>
                <a:latin typeface="Aptos"/>
                <a:ea typeface="Aptos"/>
                <a:cs typeface="Aptos"/>
              </a:rPr>
              <a:t>KitchMemo - Iteration 2 Product Discovery</a:t>
            </a:r>
          </a:p>
        </p:txBody>
      </p:sp>
    </p:spTree>
    <p:extLst>
      <p:ext uri="{BB962C8B-B14F-4D97-AF65-F5344CB8AC3E}">
        <p14:creationId xmlns:p14="http://schemas.microsoft.com/office/powerpoint/2010/main" val="108639144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1869</Words>
  <Application>Microsoft Office PowerPoint</Application>
  <DocSecurity>0</DocSecurity>
  <PresentationFormat>宽屏</PresentationFormat>
  <Paragraphs>281</Paragraphs>
  <Slides>14</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Aptos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Iyirm Nar</cp:lastModifiedBy>
  <cp:revision>1</cp:revision>
  <dcterms:created xsi:type="dcterms:W3CDTF">2026-09-06T11:57:23Z</dcterms:created>
  <dcterms:modified xsi:type="dcterms:W3CDTF">2026-09-06T12:31:16Z</dcterms:modified>
</cp:coreProperties>
</file>